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50" r:id="rId2"/>
  </p:sldMasterIdLst>
  <p:notesMasterIdLst>
    <p:notesMasterId r:id="rId13"/>
  </p:notesMasterIdLst>
  <p:handoutMasterIdLst>
    <p:handoutMasterId r:id="rId14"/>
  </p:handoutMasterIdLst>
  <p:sldIdLst>
    <p:sldId id="261" r:id="rId3"/>
    <p:sldId id="262" r:id="rId4"/>
    <p:sldId id="266" r:id="rId5"/>
    <p:sldId id="265" r:id="rId6"/>
    <p:sldId id="264" r:id="rId7"/>
    <p:sldId id="263" r:id="rId8"/>
    <p:sldId id="267" r:id="rId9"/>
    <p:sldId id="268" r:id="rId10"/>
    <p:sldId id="269" r:id="rId11"/>
    <p:sldId id="270" r:id="rId1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69" autoAdjust="0"/>
    <p:restoredTop sz="88151" autoAdjust="0"/>
  </p:normalViewPr>
  <p:slideViewPr>
    <p:cSldViewPr>
      <p:cViewPr varScale="1">
        <p:scale>
          <a:sx n="109" d="100"/>
          <a:sy n="109" d="100"/>
        </p:scale>
        <p:origin x="168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F769E7D-1F24-45E3-9260-F7CBC007998B}" type="datetimeFigureOut">
              <a:rPr lang="en-US" smtClean="0"/>
              <a:t>8/29/2024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F30A9E5-01B9-4130-A207-8D8F7311AC1E}" type="slidenum">
              <a:rPr lang="en-US" smtClean="0"/>
              <a:t>‹#›</a:t>
            </a:fld>
            <a:endParaRPr lang="en-US"/>
          </a:p>
        </p:txBody>
      </p:sp>
    </p:spTree>
    <p:extLst>
      <p:ext uri="{BB962C8B-B14F-4D97-AF65-F5344CB8AC3E}">
        <p14:creationId xmlns:p14="http://schemas.microsoft.com/office/powerpoint/2010/main" val="115101070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25AF7CEE-3C89-40AE-AFA2-A5F0FDCCB239}" type="datetimeFigureOut">
              <a:rPr lang="en-US"/>
              <a:pPr/>
              <a:t>8/29/2024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99145F0B-BC1B-4BAB-941A-8060CB65E076}" type="slidenum">
              <a:rPr lang="en-US"/>
              <a:pPr/>
              <a:t>‹#›</a:t>
            </a:fld>
            <a:endParaRPr lang="en-US"/>
          </a:p>
        </p:txBody>
      </p:sp>
    </p:spTree>
    <p:extLst>
      <p:ext uri="{BB962C8B-B14F-4D97-AF65-F5344CB8AC3E}">
        <p14:creationId xmlns:p14="http://schemas.microsoft.com/office/powerpoint/2010/main" val="72214893"/>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145F0B-BC1B-4BAB-941A-8060CB65E076}" type="slidenum">
              <a:rPr lang="en-US" smtClean="0"/>
              <a:pPr/>
              <a:t>1</a:t>
            </a:fld>
            <a:endParaRPr lang="en-US"/>
          </a:p>
        </p:txBody>
      </p:sp>
    </p:spTree>
    <p:extLst>
      <p:ext uri="{BB962C8B-B14F-4D97-AF65-F5344CB8AC3E}">
        <p14:creationId xmlns:p14="http://schemas.microsoft.com/office/powerpoint/2010/main" val="1794768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45F0B-BC1B-4BAB-941A-8060CB65E076}" type="slidenum">
              <a:rPr lang="en-US" smtClean="0"/>
              <a:pPr/>
              <a:t>2</a:t>
            </a:fld>
            <a:endParaRPr lang="en-US"/>
          </a:p>
        </p:txBody>
      </p:sp>
    </p:spTree>
    <p:extLst>
      <p:ext uri="{BB962C8B-B14F-4D97-AF65-F5344CB8AC3E}">
        <p14:creationId xmlns:p14="http://schemas.microsoft.com/office/powerpoint/2010/main" val="9644108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685800" y="2130425"/>
            <a:ext cx="7772400" cy="1470025"/>
          </a:xfrm>
        </p:spPr>
        <p:txBody>
          <a:bodyPr/>
          <a:lstStyle>
            <a:lvl1pPr>
              <a:defRPr/>
            </a:lvl1pPr>
          </a:lstStyle>
          <a:p>
            <a:pPr lvl="0"/>
            <a:r>
              <a:rPr lang="en-US" altLang="vi-VN" noProof="0"/>
              <a:t>Click to edit Master title style</a:t>
            </a:r>
          </a:p>
        </p:txBody>
      </p:sp>
      <p:sp>
        <p:nvSpPr>
          <p:cNvPr id="5123"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en-US" altLang="vi-VN" noProof="0"/>
              <a:t>Click to edit Master subtitle style</a:t>
            </a:r>
          </a:p>
        </p:txBody>
      </p:sp>
      <p:sp>
        <p:nvSpPr>
          <p:cNvPr id="6" name="Rectangle 6"/>
          <p:cNvSpPr>
            <a:spLocks noGrp="1" noChangeArrowheads="1"/>
          </p:cNvSpPr>
          <p:nvPr>
            <p:ph type="sldNum" sz="quarter" idx="12"/>
          </p:nvPr>
        </p:nvSpPr>
        <p:spPr/>
        <p:txBody>
          <a:bodyPr/>
          <a:lstStyle>
            <a:lvl1pPr>
              <a:defRPr/>
            </a:lvl1pPr>
          </a:lstStyle>
          <a:p>
            <a:fld id="{BE252F6A-25E0-4A33-894D-1C353847DA8E}" type="slidenum">
              <a:rPr lang="en-US" altLang="vi-VN"/>
              <a:pPr/>
              <a:t>‹#›</a:t>
            </a:fld>
            <a:endParaRPr lang="en-US" altLang="vi-VN"/>
          </a:p>
        </p:txBody>
      </p:sp>
    </p:spTree>
    <p:extLst>
      <p:ext uri="{BB962C8B-B14F-4D97-AF65-F5344CB8AC3E}">
        <p14:creationId xmlns:p14="http://schemas.microsoft.com/office/powerpoint/2010/main" val="3532331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vi-VN" dirty="0"/>
          </a:p>
        </p:txBody>
      </p:sp>
      <p:sp>
        <p:nvSpPr>
          <p:cNvPr id="4" name="Rectangle 6"/>
          <p:cNvSpPr>
            <a:spLocks noGrp="1" noChangeArrowheads="1"/>
          </p:cNvSpPr>
          <p:nvPr>
            <p:ph type="sldNum" sz="quarter" idx="4"/>
          </p:nvPr>
        </p:nvSpPr>
        <p:spPr bwMode="auto">
          <a:xfrm>
            <a:off x="0" y="6553199"/>
            <a:ext cx="914400" cy="28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400"/>
            </a:lvl1pPr>
          </a:lstStyle>
          <a:p>
            <a:fld id="{925B38C4-721A-4685-9BEE-2F0D27C994C9}" type="slidenum">
              <a:rPr lang="en-US" altLang="vi-VN" smtClean="0"/>
              <a:pPr/>
              <a:t>‹#›</a:t>
            </a:fld>
            <a:endParaRPr lang="en-US" altLang="vi-VN"/>
          </a:p>
        </p:txBody>
      </p:sp>
    </p:spTree>
    <p:extLst>
      <p:ext uri="{BB962C8B-B14F-4D97-AF65-F5344CB8AC3E}">
        <p14:creationId xmlns:p14="http://schemas.microsoft.com/office/powerpoint/2010/main" val="818258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Rectangle 6"/>
          <p:cNvSpPr>
            <a:spLocks noChangeArrowheads="1"/>
          </p:cNvSpPr>
          <p:nvPr userDrawn="1"/>
        </p:nvSpPr>
        <p:spPr bwMode="auto">
          <a:xfrm>
            <a:off x="533400" y="1600200"/>
            <a:ext cx="82296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en-US"/>
              <a:t>Click to edit Master text styles</a:t>
            </a:r>
          </a:p>
          <a:p>
            <a:pPr lvl="1" eaLnBrk="1" hangingPunct="1"/>
            <a:r>
              <a:rPr lang="en-US" altLang="en-US"/>
              <a:t>Second level</a:t>
            </a:r>
          </a:p>
          <a:p>
            <a:pPr lvl="2" eaLnBrk="1" hangingPunct="1"/>
            <a:r>
              <a:rPr lang="en-US" altLang="en-US"/>
              <a:t>Third level</a:t>
            </a:r>
          </a:p>
          <a:p>
            <a:pPr lvl="3" eaLnBrk="1" hangingPunct="1"/>
            <a:r>
              <a:rPr lang="en-US" altLang="en-US"/>
              <a:t>Fourth level</a:t>
            </a:r>
          </a:p>
          <a:p>
            <a:pPr lvl="4" eaLnBrk="1" hangingPunct="1"/>
            <a:r>
              <a:rPr lang="en-US" altLang="en-US"/>
              <a:t>Fifth level</a:t>
            </a:r>
            <a:endParaRPr lang="vi-VN" altLang="en-US"/>
          </a:p>
        </p:txBody>
      </p:sp>
      <p:sp>
        <p:nvSpPr>
          <p:cNvPr id="2" name="Title 1"/>
          <p:cNvSpPr>
            <a:spLocks noGrp="1"/>
          </p:cNvSpPr>
          <p:nvPr>
            <p:ph type="title"/>
          </p:nvPr>
        </p:nvSpPr>
        <p:spPr/>
        <p:txBody>
          <a:bodyPr/>
          <a:lstStyle/>
          <a:p>
            <a:r>
              <a:rPr lang="en-US"/>
              <a:t>Click to edit Master title style</a:t>
            </a:r>
            <a:endParaRPr lang="vi-VN"/>
          </a:p>
        </p:txBody>
      </p:sp>
      <p:sp>
        <p:nvSpPr>
          <p:cNvPr id="4" name="Rectangle 6"/>
          <p:cNvSpPr>
            <a:spLocks noGrp="1" noChangeArrowheads="1"/>
          </p:cNvSpPr>
          <p:nvPr>
            <p:ph type="sldNum" sz="quarter" idx="4"/>
          </p:nvPr>
        </p:nvSpPr>
        <p:spPr bwMode="auto">
          <a:xfrm>
            <a:off x="0" y="6553199"/>
            <a:ext cx="914400" cy="28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400"/>
            </a:lvl1pPr>
          </a:lstStyle>
          <a:p>
            <a:fld id="{925B38C4-721A-4685-9BEE-2F0D27C994C9}" type="slidenum">
              <a:rPr lang="en-US" altLang="vi-VN" smtClean="0"/>
              <a:pPr/>
              <a:t>‹#›</a:t>
            </a:fld>
            <a:endParaRPr lang="en-US" altLang="vi-VN"/>
          </a:p>
        </p:txBody>
      </p:sp>
    </p:spTree>
    <p:extLst>
      <p:ext uri="{BB962C8B-B14F-4D97-AF65-F5344CB8AC3E}">
        <p14:creationId xmlns:p14="http://schemas.microsoft.com/office/powerpoint/2010/main" val="3424360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vi-V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6" name="Rectangle 6"/>
          <p:cNvSpPr>
            <a:spLocks noGrp="1" noChangeArrowheads="1"/>
          </p:cNvSpPr>
          <p:nvPr>
            <p:ph type="sldNum" sz="quarter" idx="12"/>
          </p:nvPr>
        </p:nvSpPr>
        <p:spPr>
          <a:ln/>
        </p:spPr>
        <p:txBody>
          <a:bodyPr/>
          <a:lstStyle>
            <a:lvl1pPr>
              <a:defRPr/>
            </a:lvl1pPr>
          </a:lstStyle>
          <a:p>
            <a:fld id="{4074DEFF-FF72-458A-ACF4-91ED07AD66ED}" type="slidenum">
              <a:rPr lang="en-US" altLang="vi-VN"/>
              <a:pPr/>
              <a:t>‹#›</a:t>
            </a:fld>
            <a:endParaRPr lang="en-US" altLang="vi-VN"/>
          </a:p>
        </p:txBody>
      </p:sp>
    </p:spTree>
    <p:extLst>
      <p:ext uri="{BB962C8B-B14F-4D97-AF65-F5344CB8AC3E}">
        <p14:creationId xmlns:p14="http://schemas.microsoft.com/office/powerpoint/2010/main" val="593033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p:cNvSpPr>
            <a:spLocks noGrp="1" noChangeArrowheads="1"/>
          </p:cNvSpPr>
          <p:nvPr>
            <p:ph type="dt" sz="half" idx="10"/>
          </p:nvPr>
        </p:nvSpPr>
        <p:spPr>
          <a:xfrm>
            <a:off x="457200" y="6245225"/>
            <a:ext cx="2133600" cy="476250"/>
          </a:xfrm>
          <a:prstGeom prst="rect">
            <a:avLst/>
          </a:prstGeom>
          <a:ln/>
        </p:spPr>
        <p:txBody>
          <a:bodyPr/>
          <a:lstStyle>
            <a:lvl1pPr>
              <a:defRPr/>
            </a:lvl1pPr>
          </a:lstStyle>
          <a:p>
            <a:endParaRPr lang="en-US" altLang="vi-VN"/>
          </a:p>
        </p:txBody>
      </p:sp>
      <p:sp>
        <p:nvSpPr>
          <p:cNvPr id="6" name="Footer Placeholder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en-US" altLang="vi-VN"/>
          </a:p>
        </p:txBody>
      </p:sp>
      <p:sp>
        <p:nvSpPr>
          <p:cNvPr id="7" name="Rectangle 6"/>
          <p:cNvSpPr>
            <a:spLocks noGrp="1" noChangeArrowheads="1"/>
          </p:cNvSpPr>
          <p:nvPr>
            <p:ph type="sldNum" sz="quarter" idx="12"/>
          </p:nvPr>
        </p:nvSpPr>
        <p:spPr>
          <a:ln/>
        </p:spPr>
        <p:txBody>
          <a:bodyPr/>
          <a:lstStyle>
            <a:lvl1pPr>
              <a:defRPr/>
            </a:lvl1pPr>
          </a:lstStyle>
          <a:p>
            <a:fld id="{947F783D-A9C5-4808-8138-646D73E15775}" type="slidenum">
              <a:rPr lang="en-US" altLang="vi-VN"/>
              <a:pPr/>
              <a:t>‹#›</a:t>
            </a:fld>
            <a:endParaRPr lang="en-US" altLang="vi-VN"/>
          </a:p>
        </p:txBody>
      </p:sp>
    </p:spTree>
    <p:extLst>
      <p:ext uri="{BB962C8B-B14F-4D97-AF65-F5344CB8AC3E}">
        <p14:creationId xmlns:p14="http://schemas.microsoft.com/office/powerpoint/2010/main" val="3332587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9" name="Rectangle 6"/>
          <p:cNvSpPr>
            <a:spLocks noGrp="1" noChangeArrowheads="1"/>
          </p:cNvSpPr>
          <p:nvPr>
            <p:ph type="sldNum" sz="quarter" idx="12"/>
          </p:nvPr>
        </p:nvSpPr>
        <p:spPr>
          <a:ln/>
        </p:spPr>
        <p:txBody>
          <a:bodyPr/>
          <a:lstStyle>
            <a:lvl1pPr>
              <a:defRPr/>
            </a:lvl1pPr>
          </a:lstStyle>
          <a:p>
            <a:fld id="{F2A5D922-1BC2-4E31-9C5B-30287701D12E}" type="slidenum">
              <a:rPr lang="en-US" altLang="vi-VN"/>
              <a:pPr/>
              <a:t>‹#›</a:t>
            </a:fld>
            <a:endParaRPr lang="en-US" altLang="vi-VN"/>
          </a:p>
        </p:txBody>
      </p:sp>
    </p:spTree>
    <p:extLst>
      <p:ext uri="{BB962C8B-B14F-4D97-AF65-F5344CB8AC3E}">
        <p14:creationId xmlns:p14="http://schemas.microsoft.com/office/powerpoint/2010/main" val="2706887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5" name="Rectangle 6"/>
          <p:cNvSpPr>
            <a:spLocks noGrp="1" noChangeArrowheads="1"/>
          </p:cNvSpPr>
          <p:nvPr>
            <p:ph type="sldNum" sz="quarter" idx="12"/>
          </p:nvPr>
        </p:nvSpPr>
        <p:spPr>
          <a:ln/>
        </p:spPr>
        <p:txBody>
          <a:bodyPr/>
          <a:lstStyle>
            <a:lvl1pPr>
              <a:defRPr/>
            </a:lvl1pPr>
          </a:lstStyle>
          <a:p>
            <a:fld id="{74931DDE-96C9-4EB5-9266-90EC1FA8B35B}" type="slidenum">
              <a:rPr lang="en-US" altLang="vi-VN"/>
              <a:pPr/>
              <a:t>‹#›</a:t>
            </a:fld>
            <a:endParaRPr lang="en-US" altLang="vi-VN"/>
          </a:p>
        </p:txBody>
      </p:sp>
    </p:spTree>
    <p:extLst>
      <p:ext uri="{BB962C8B-B14F-4D97-AF65-F5344CB8AC3E}">
        <p14:creationId xmlns:p14="http://schemas.microsoft.com/office/powerpoint/2010/main" val="3729861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Rectangle 6"/>
          <p:cNvSpPr>
            <a:spLocks noGrp="1" noChangeArrowheads="1"/>
          </p:cNvSpPr>
          <p:nvPr>
            <p:ph type="sldNum" sz="quarter" idx="12"/>
          </p:nvPr>
        </p:nvSpPr>
        <p:spPr>
          <a:ln/>
        </p:spPr>
        <p:txBody>
          <a:bodyPr/>
          <a:lstStyle>
            <a:lvl1pPr>
              <a:defRPr/>
            </a:lvl1pPr>
          </a:lstStyle>
          <a:p>
            <a:fld id="{BB994DD5-6C21-4255-B56A-DB272672ECEB}" type="slidenum">
              <a:rPr lang="en-US" altLang="vi-VN"/>
              <a:pPr/>
              <a:t>‹#›</a:t>
            </a:fld>
            <a:endParaRPr lang="en-US" altLang="vi-VN"/>
          </a:p>
        </p:txBody>
      </p:sp>
    </p:spTree>
    <p:extLst>
      <p:ext uri="{BB962C8B-B14F-4D97-AF65-F5344CB8AC3E}">
        <p14:creationId xmlns:p14="http://schemas.microsoft.com/office/powerpoint/2010/main" val="822456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vi-V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a:xfrm>
            <a:off x="457200" y="6245225"/>
            <a:ext cx="2133600" cy="476250"/>
          </a:xfrm>
          <a:prstGeom prst="rect">
            <a:avLst/>
          </a:prstGeom>
          <a:ln/>
        </p:spPr>
        <p:txBody>
          <a:bodyPr/>
          <a:lstStyle>
            <a:lvl1pPr>
              <a:defRPr/>
            </a:lvl1pPr>
          </a:lstStyle>
          <a:p>
            <a:endParaRPr lang="en-US" altLang="vi-VN"/>
          </a:p>
        </p:txBody>
      </p:sp>
      <p:sp>
        <p:nvSpPr>
          <p:cNvPr id="6" name="Footer Placeholder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en-US" altLang="vi-VN"/>
          </a:p>
        </p:txBody>
      </p:sp>
      <p:sp>
        <p:nvSpPr>
          <p:cNvPr id="7" name="Rectangle 6"/>
          <p:cNvSpPr>
            <a:spLocks noGrp="1" noChangeArrowheads="1"/>
          </p:cNvSpPr>
          <p:nvPr>
            <p:ph type="sldNum" sz="quarter" idx="12"/>
          </p:nvPr>
        </p:nvSpPr>
        <p:spPr>
          <a:ln/>
        </p:spPr>
        <p:txBody>
          <a:bodyPr/>
          <a:lstStyle>
            <a:lvl1pPr>
              <a:defRPr/>
            </a:lvl1pPr>
          </a:lstStyle>
          <a:p>
            <a:fld id="{4D9C09D9-3F35-405F-B051-822306D25300}" type="slidenum">
              <a:rPr lang="en-US" altLang="vi-VN"/>
              <a:pPr/>
              <a:t>‹#›</a:t>
            </a:fld>
            <a:endParaRPr lang="en-US" altLang="vi-VN"/>
          </a:p>
        </p:txBody>
      </p:sp>
    </p:spTree>
    <p:extLst>
      <p:ext uri="{BB962C8B-B14F-4D97-AF65-F5344CB8AC3E}">
        <p14:creationId xmlns:p14="http://schemas.microsoft.com/office/powerpoint/2010/main" val="2501892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vi-V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vi-V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a:xfrm>
            <a:off x="457200" y="6245225"/>
            <a:ext cx="2133600" cy="476250"/>
          </a:xfrm>
          <a:prstGeom prst="rect">
            <a:avLst/>
          </a:prstGeom>
          <a:ln/>
        </p:spPr>
        <p:txBody>
          <a:bodyPr/>
          <a:lstStyle>
            <a:lvl1pPr>
              <a:defRPr/>
            </a:lvl1pPr>
          </a:lstStyle>
          <a:p>
            <a:endParaRPr lang="en-US" altLang="vi-VN"/>
          </a:p>
        </p:txBody>
      </p:sp>
      <p:sp>
        <p:nvSpPr>
          <p:cNvPr id="6" name="Footer Placeholder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en-US" altLang="vi-VN"/>
          </a:p>
        </p:txBody>
      </p:sp>
      <p:sp>
        <p:nvSpPr>
          <p:cNvPr id="7" name="Rectangle 6"/>
          <p:cNvSpPr>
            <a:spLocks noGrp="1" noChangeArrowheads="1"/>
          </p:cNvSpPr>
          <p:nvPr>
            <p:ph type="sldNum" sz="quarter" idx="12"/>
          </p:nvPr>
        </p:nvSpPr>
        <p:spPr>
          <a:ln/>
        </p:spPr>
        <p:txBody>
          <a:bodyPr/>
          <a:lstStyle>
            <a:lvl1pPr>
              <a:defRPr/>
            </a:lvl1pPr>
          </a:lstStyle>
          <a:p>
            <a:fld id="{624D7976-59B8-4482-83C1-332D85A07B09}" type="slidenum">
              <a:rPr lang="en-US" altLang="vi-VN"/>
              <a:pPr/>
              <a:t>‹#›</a:t>
            </a:fld>
            <a:endParaRPr lang="en-US" altLang="vi-VN"/>
          </a:p>
        </p:txBody>
      </p:sp>
    </p:spTree>
    <p:extLst>
      <p:ext uri="{BB962C8B-B14F-4D97-AF65-F5344CB8AC3E}">
        <p14:creationId xmlns:p14="http://schemas.microsoft.com/office/powerpoint/2010/main" val="481780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Rectangle 4"/>
          <p:cNvSpPr>
            <a:spLocks noGrp="1" noChangeArrowheads="1"/>
          </p:cNvSpPr>
          <p:nvPr>
            <p:ph type="dt" sz="half" idx="10"/>
          </p:nvPr>
        </p:nvSpPr>
        <p:spPr>
          <a:xfrm>
            <a:off x="457200" y="6245225"/>
            <a:ext cx="2133600" cy="476250"/>
          </a:xfrm>
          <a:prstGeom prst="rect">
            <a:avLst/>
          </a:prstGeom>
          <a:ln/>
        </p:spPr>
        <p:txBody>
          <a:bodyPr/>
          <a:lstStyle>
            <a:lvl1pPr>
              <a:defRPr/>
            </a:lvl1pPr>
          </a:lstStyle>
          <a:p>
            <a:endParaRPr lang="en-US" altLang="vi-VN"/>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en-US" altLang="vi-VN"/>
          </a:p>
        </p:txBody>
      </p:sp>
      <p:sp>
        <p:nvSpPr>
          <p:cNvPr id="6" name="Rectangle 6"/>
          <p:cNvSpPr>
            <a:spLocks noGrp="1" noChangeArrowheads="1"/>
          </p:cNvSpPr>
          <p:nvPr>
            <p:ph type="sldNum" sz="quarter" idx="12"/>
          </p:nvPr>
        </p:nvSpPr>
        <p:spPr>
          <a:ln/>
        </p:spPr>
        <p:txBody>
          <a:bodyPr/>
          <a:lstStyle>
            <a:lvl1pPr>
              <a:defRPr/>
            </a:lvl1pPr>
          </a:lstStyle>
          <a:p>
            <a:fld id="{A52AE15F-1935-49AD-AE5B-E06B60BD74C7}" type="slidenum">
              <a:rPr lang="en-US" altLang="vi-VN"/>
              <a:pPr/>
              <a:t>‹#›</a:t>
            </a:fld>
            <a:endParaRPr lang="en-US" altLang="vi-VN"/>
          </a:p>
        </p:txBody>
      </p:sp>
    </p:spTree>
    <p:extLst>
      <p:ext uri="{BB962C8B-B14F-4D97-AF65-F5344CB8AC3E}">
        <p14:creationId xmlns:p14="http://schemas.microsoft.com/office/powerpoint/2010/main" val="38089712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vi-V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Rectangle 4"/>
          <p:cNvSpPr>
            <a:spLocks noGrp="1" noChangeArrowheads="1"/>
          </p:cNvSpPr>
          <p:nvPr>
            <p:ph type="dt" sz="half" idx="10"/>
          </p:nvPr>
        </p:nvSpPr>
        <p:spPr>
          <a:xfrm>
            <a:off x="457200" y="6245225"/>
            <a:ext cx="2133600" cy="476250"/>
          </a:xfrm>
          <a:prstGeom prst="rect">
            <a:avLst/>
          </a:prstGeom>
          <a:ln/>
        </p:spPr>
        <p:txBody>
          <a:bodyPr/>
          <a:lstStyle>
            <a:lvl1pPr>
              <a:defRPr/>
            </a:lvl1pPr>
          </a:lstStyle>
          <a:p>
            <a:endParaRPr lang="en-US" altLang="vi-VN"/>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en-US" altLang="vi-VN"/>
          </a:p>
        </p:txBody>
      </p:sp>
      <p:sp>
        <p:nvSpPr>
          <p:cNvPr id="6" name="Rectangle 6"/>
          <p:cNvSpPr>
            <a:spLocks noGrp="1" noChangeArrowheads="1"/>
          </p:cNvSpPr>
          <p:nvPr>
            <p:ph type="sldNum" sz="quarter" idx="12"/>
          </p:nvPr>
        </p:nvSpPr>
        <p:spPr>
          <a:ln/>
        </p:spPr>
        <p:txBody>
          <a:bodyPr/>
          <a:lstStyle>
            <a:lvl1pPr>
              <a:defRPr/>
            </a:lvl1pPr>
          </a:lstStyle>
          <a:p>
            <a:fld id="{F87D299D-51C3-4E90-A827-2CA8AF7220E4}" type="slidenum">
              <a:rPr lang="en-US" altLang="vi-VN"/>
              <a:pPr/>
              <a:t>‹#›</a:t>
            </a:fld>
            <a:endParaRPr lang="en-US" altLang="vi-VN"/>
          </a:p>
        </p:txBody>
      </p:sp>
    </p:spTree>
    <p:extLst>
      <p:ext uri="{BB962C8B-B14F-4D97-AF65-F5344CB8AC3E}">
        <p14:creationId xmlns:p14="http://schemas.microsoft.com/office/powerpoint/2010/main" val="22440608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vi-VN"/>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vi-VN"/>
          </a:p>
        </p:txBody>
      </p:sp>
      <p:sp>
        <p:nvSpPr>
          <p:cNvPr id="4" name="Rectangle 4"/>
          <p:cNvSpPr>
            <a:spLocks noGrp="1" noChangeArrowheads="1"/>
          </p:cNvSpPr>
          <p:nvPr>
            <p:ph type="dt" sz="half" idx="10"/>
          </p:nvPr>
        </p:nvSpPr>
        <p:spPr>
          <a:ln/>
        </p:spPr>
        <p:txBody>
          <a:bodyPr/>
          <a:lstStyle>
            <a:lvl1pPr>
              <a:defRPr/>
            </a:lvl1pPr>
          </a:lstStyle>
          <a:p>
            <a:endParaRPr lang="en-US" altLang="vi-VN"/>
          </a:p>
        </p:txBody>
      </p:sp>
      <p:sp>
        <p:nvSpPr>
          <p:cNvPr id="5" name="Rectangle 5"/>
          <p:cNvSpPr>
            <a:spLocks noGrp="1" noChangeArrowheads="1"/>
          </p:cNvSpPr>
          <p:nvPr>
            <p:ph type="ftr" sz="quarter" idx="11"/>
          </p:nvPr>
        </p:nvSpPr>
        <p:spPr>
          <a:ln/>
        </p:spPr>
        <p:txBody>
          <a:bodyPr/>
          <a:lstStyle>
            <a:lvl1pPr>
              <a:defRPr/>
            </a:lvl1pPr>
          </a:lstStyle>
          <a:p>
            <a:endParaRPr lang="en-US" altLang="vi-VN"/>
          </a:p>
        </p:txBody>
      </p:sp>
      <p:sp>
        <p:nvSpPr>
          <p:cNvPr id="6" name="Rectangle 6"/>
          <p:cNvSpPr>
            <a:spLocks noGrp="1" noChangeArrowheads="1"/>
          </p:cNvSpPr>
          <p:nvPr>
            <p:ph type="sldNum" sz="quarter" idx="12"/>
          </p:nvPr>
        </p:nvSpPr>
        <p:spPr>
          <a:ln/>
        </p:spPr>
        <p:txBody>
          <a:bodyPr/>
          <a:lstStyle>
            <a:lvl1pPr>
              <a:defRPr/>
            </a:lvl1pPr>
          </a:lstStyle>
          <a:p>
            <a:fld id="{1E3B96CF-1A34-408F-B59E-DAA7212A92F5}" type="slidenum">
              <a:rPr lang="en-US" altLang="vi-VN"/>
              <a:pPr/>
              <a:t>‹#›</a:t>
            </a:fld>
            <a:endParaRPr lang="en-US" altLang="vi-VN"/>
          </a:p>
        </p:txBody>
      </p:sp>
    </p:spTree>
    <p:extLst>
      <p:ext uri="{BB962C8B-B14F-4D97-AF65-F5344CB8AC3E}">
        <p14:creationId xmlns:p14="http://schemas.microsoft.com/office/powerpoint/2010/main" val="6500063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Rectangle 4"/>
          <p:cNvSpPr>
            <a:spLocks noGrp="1" noChangeArrowheads="1"/>
          </p:cNvSpPr>
          <p:nvPr>
            <p:ph type="dt" sz="half" idx="10"/>
          </p:nvPr>
        </p:nvSpPr>
        <p:spPr>
          <a:ln/>
        </p:spPr>
        <p:txBody>
          <a:bodyPr/>
          <a:lstStyle>
            <a:lvl1pPr>
              <a:defRPr/>
            </a:lvl1pPr>
          </a:lstStyle>
          <a:p>
            <a:endParaRPr lang="en-US" altLang="vi-VN"/>
          </a:p>
        </p:txBody>
      </p:sp>
      <p:sp>
        <p:nvSpPr>
          <p:cNvPr id="5" name="Rectangle 5"/>
          <p:cNvSpPr>
            <a:spLocks noGrp="1" noChangeArrowheads="1"/>
          </p:cNvSpPr>
          <p:nvPr>
            <p:ph type="ftr" sz="quarter" idx="11"/>
          </p:nvPr>
        </p:nvSpPr>
        <p:spPr>
          <a:ln/>
        </p:spPr>
        <p:txBody>
          <a:bodyPr/>
          <a:lstStyle>
            <a:lvl1pPr>
              <a:defRPr/>
            </a:lvl1pPr>
          </a:lstStyle>
          <a:p>
            <a:endParaRPr lang="en-US" altLang="vi-VN"/>
          </a:p>
        </p:txBody>
      </p:sp>
      <p:sp>
        <p:nvSpPr>
          <p:cNvPr id="6" name="Rectangle 6"/>
          <p:cNvSpPr>
            <a:spLocks noGrp="1" noChangeArrowheads="1"/>
          </p:cNvSpPr>
          <p:nvPr>
            <p:ph type="sldNum" sz="quarter" idx="12"/>
          </p:nvPr>
        </p:nvSpPr>
        <p:spPr>
          <a:ln/>
        </p:spPr>
        <p:txBody>
          <a:bodyPr/>
          <a:lstStyle>
            <a:lvl1pPr>
              <a:defRPr/>
            </a:lvl1pPr>
          </a:lstStyle>
          <a:p>
            <a:fld id="{EB4F7D07-A620-4CF3-9FF2-8950967F4C18}" type="slidenum">
              <a:rPr lang="en-US" altLang="vi-VN"/>
              <a:pPr/>
              <a:t>‹#›</a:t>
            </a:fld>
            <a:endParaRPr lang="en-US" altLang="vi-VN"/>
          </a:p>
        </p:txBody>
      </p:sp>
    </p:spTree>
    <p:extLst>
      <p:ext uri="{BB962C8B-B14F-4D97-AF65-F5344CB8AC3E}">
        <p14:creationId xmlns:p14="http://schemas.microsoft.com/office/powerpoint/2010/main" val="37425408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vi-V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endParaRPr lang="en-US" altLang="vi-VN"/>
          </a:p>
        </p:txBody>
      </p:sp>
      <p:sp>
        <p:nvSpPr>
          <p:cNvPr id="5" name="Rectangle 5"/>
          <p:cNvSpPr>
            <a:spLocks noGrp="1" noChangeArrowheads="1"/>
          </p:cNvSpPr>
          <p:nvPr>
            <p:ph type="ftr" sz="quarter" idx="11"/>
          </p:nvPr>
        </p:nvSpPr>
        <p:spPr>
          <a:ln/>
        </p:spPr>
        <p:txBody>
          <a:bodyPr/>
          <a:lstStyle>
            <a:lvl1pPr>
              <a:defRPr/>
            </a:lvl1pPr>
          </a:lstStyle>
          <a:p>
            <a:endParaRPr lang="en-US" altLang="vi-VN"/>
          </a:p>
        </p:txBody>
      </p:sp>
      <p:sp>
        <p:nvSpPr>
          <p:cNvPr id="6" name="Rectangle 6"/>
          <p:cNvSpPr>
            <a:spLocks noGrp="1" noChangeArrowheads="1"/>
          </p:cNvSpPr>
          <p:nvPr>
            <p:ph type="sldNum" sz="quarter" idx="12"/>
          </p:nvPr>
        </p:nvSpPr>
        <p:spPr>
          <a:ln/>
        </p:spPr>
        <p:txBody>
          <a:bodyPr/>
          <a:lstStyle>
            <a:lvl1pPr>
              <a:defRPr/>
            </a:lvl1pPr>
          </a:lstStyle>
          <a:p>
            <a:fld id="{24B93271-4628-4432-A6F6-3FF8B17206CD}" type="slidenum">
              <a:rPr lang="en-US" altLang="vi-VN"/>
              <a:pPr/>
              <a:t>‹#›</a:t>
            </a:fld>
            <a:endParaRPr lang="en-US" altLang="vi-VN"/>
          </a:p>
        </p:txBody>
      </p:sp>
    </p:spTree>
    <p:extLst>
      <p:ext uri="{BB962C8B-B14F-4D97-AF65-F5344CB8AC3E}">
        <p14:creationId xmlns:p14="http://schemas.microsoft.com/office/powerpoint/2010/main" val="16926943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Rectangle 4"/>
          <p:cNvSpPr>
            <a:spLocks noGrp="1" noChangeArrowheads="1"/>
          </p:cNvSpPr>
          <p:nvPr>
            <p:ph type="dt" sz="half" idx="10"/>
          </p:nvPr>
        </p:nvSpPr>
        <p:spPr>
          <a:ln/>
        </p:spPr>
        <p:txBody>
          <a:bodyPr/>
          <a:lstStyle>
            <a:lvl1pPr>
              <a:defRPr/>
            </a:lvl1pPr>
          </a:lstStyle>
          <a:p>
            <a:endParaRPr lang="en-US" altLang="vi-VN"/>
          </a:p>
        </p:txBody>
      </p:sp>
      <p:sp>
        <p:nvSpPr>
          <p:cNvPr id="6" name="Rectangle 5"/>
          <p:cNvSpPr>
            <a:spLocks noGrp="1" noChangeArrowheads="1"/>
          </p:cNvSpPr>
          <p:nvPr>
            <p:ph type="ftr" sz="quarter" idx="11"/>
          </p:nvPr>
        </p:nvSpPr>
        <p:spPr>
          <a:ln/>
        </p:spPr>
        <p:txBody>
          <a:bodyPr/>
          <a:lstStyle>
            <a:lvl1pPr>
              <a:defRPr/>
            </a:lvl1pPr>
          </a:lstStyle>
          <a:p>
            <a:endParaRPr lang="en-US" altLang="vi-VN"/>
          </a:p>
        </p:txBody>
      </p:sp>
      <p:sp>
        <p:nvSpPr>
          <p:cNvPr id="7" name="Rectangle 6"/>
          <p:cNvSpPr>
            <a:spLocks noGrp="1" noChangeArrowheads="1"/>
          </p:cNvSpPr>
          <p:nvPr>
            <p:ph type="sldNum" sz="quarter" idx="12"/>
          </p:nvPr>
        </p:nvSpPr>
        <p:spPr>
          <a:ln/>
        </p:spPr>
        <p:txBody>
          <a:bodyPr/>
          <a:lstStyle>
            <a:lvl1pPr>
              <a:defRPr/>
            </a:lvl1pPr>
          </a:lstStyle>
          <a:p>
            <a:fld id="{F69C70FE-6679-4AB3-9498-EBB23AC1957C}" type="slidenum">
              <a:rPr lang="en-US" altLang="vi-VN"/>
              <a:pPr/>
              <a:t>‹#›</a:t>
            </a:fld>
            <a:endParaRPr lang="en-US" altLang="vi-VN"/>
          </a:p>
        </p:txBody>
      </p:sp>
    </p:spTree>
    <p:extLst>
      <p:ext uri="{BB962C8B-B14F-4D97-AF65-F5344CB8AC3E}">
        <p14:creationId xmlns:p14="http://schemas.microsoft.com/office/powerpoint/2010/main" val="16937374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Rectangle 4"/>
          <p:cNvSpPr>
            <a:spLocks noGrp="1" noChangeArrowheads="1"/>
          </p:cNvSpPr>
          <p:nvPr>
            <p:ph type="dt" sz="half" idx="10"/>
          </p:nvPr>
        </p:nvSpPr>
        <p:spPr>
          <a:ln/>
        </p:spPr>
        <p:txBody>
          <a:bodyPr/>
          <a:lstStyle>
            <a:lvl1pPr>
              <a:defRPr/>
            </a:lvl1pPr>
          </a:lstStyle>
          <a:p>
            <a:endParaRPr lang="en-US" altLang="vi-VN"/>
          </a:p>
        </p:txBody>
      </p:sp>
      <p:sp>
        <p:nvSpPr>
          <p:cNvPr id="8" name="Rectangle 5"/>
          <p:cNvSpPr>
            <a:spLocks noGrp="1" noChangeArrowheads="1"/>
          </p:cNvSpPr>
          <p:nvPr>
            <p:ph type="ftr" sz="quarter" idx="11"/>
          </p:nvPr>
        </p:nvSpPr>
        <p:spPr>
          <a:ln/>
        </p:spPr>
        <p:txBody>
          <a:bodyPr/>
          <a:lstStyle>
            <a:lvl1pPr>
              <a:defRPr/>
            </a:lvl1pPr>
          </a:lstStyle>
          <a:p>
            <a:endParaRPr lang="en-US" altLang="vi-VN"/>
          </a:p>
        </p:txBody>
      </p:sp>
      <p:sp>
        <p:nvSpPr>
          <p:cNvPr id="9" name="Rectangle 6"/>
          <p:cNvSpPr>
            <a:spLocks noGrp="1" noChangeArrowheads="1"/>
          </p:cNvSpPr>
          <p:nvPr>
            <p:ph type="sldNum" sz="quarter" idx="12"/>
          </p:nvPr>
        </p:nvSpPr>
        <p:spPr>
          <a:ln/>
        </p:spPr>
        <p:txBody>
          <a:bodyPr/>
          <a:lstStyle>
            <a:lvl1pPr>
              <a:defRPr/>
            </a:lvl1pPr>
          </a:lstStyle>
          <a:p>
            <a:fld id="{83312040-4F7B-468F-93F2-8D71C4CCD771}" type="slidenum">
              <a:rPr lang="en-US" altLang="vi-VN"/>
              <a:pPr/>
              <a:t>‹#›</a:t>
            </a:fld>
            <a:endParaRPr lang="en-US" altLang="vi-VN"/>
          </a:p>
        </p:txBody>
      </p:sp>
    </p:spTree>
    <p:extLst>
      <p:ext uri="{BB962C8B-B14F-4D97-AF65-F5344CB8AC3E}">
        <p14:creationId xmlns:p14="http://schemas.microsoft.com/office/powerpoint/2010/main" val="5895716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Rectangle 4"/>
          <p:cNvSpPr>
            <a:spLocks noGrp="1" noChangeArrowheads="1"/>
          </p:cNvSpPr>
          <p:nvPr>
            <p:ph type="dt" sz="half" idx="10"/>
          </p:nvPr>
        </p:nvSpPr>
        <p:spPr>
          <a:ln/>
        </p:spPr>
        <p:txBody>
          <a:bodyPr/>
          <a:lstStyle>
            <a:lvl1pPr>
              <a:defRPr/>
            </a:lvl1pPr>
          </a:lstStyle>
          <a:p>
            <a:endParaRPr lang="en-US" altLang="vi-VN"/>
          </a:p>
        </p:txBody>
      </p:sp>
      <p:sp>
        <p:nvSpPr>
          <p:cNvPr id="4" name="Rectangle 5"/>
          <p:cNvSpPr>
            <a:spLocks noGrp="1" noChangeArrowheads="1"/>
          </p:cNvSpPr>
          <p:nvPr>
            <p:ph type="ftr" sz="quarter" idx="11"/>
          </p:nvPr>
        </p:nvSpPr>
        <p:spPr>
          <a:ln/>
        </p:spPr>
        <p:txBody>
          <a:bodyPr/>
          <a:lstStyle>
            <a:lvl1pPr>
              <a:defRPr/>
            </a:lvl1pPr>
          </a:lstStyle>
          <a:p>
            <a:endParaRPr lang="en-US" altLang="vi-VN"/>
          </a:p>
        </p:txBody>
      </p:sp>
      <p:sp>
        <p:nvSpPr>
          <p:cNvPr id="5" name="Rectangle 6"/>
          <p:cNvSpPr>
            <a:spLocks noGrp="1" noChangeArrowheads="1"/>
          </p:cNvSpPr>
          <p:nvPr>
            <p:ph type="sldNum" sz="quarter" idx="12"/>
          </p:nvPr>
        </p:nvSpPr>
        <p:spPr>
          <a:ln/>
        </p:spPr>
        <p:txBody>
          <a:bodyPr/>
          <a:lstStyle>
            <a:lvl1pPr>
              <a:defRPr/>
            </a:lvl1pPr>
          </a:lstStyle>
          <a:p>
            <a:fld id="{8971FB4D-F8B1-4C69-AC22-2F5B0B531487}" type="slidenum">
              <a:rPr lang="en-US" altLang="vi-VN"/>
              <a:pPr/>
              <a:t>‹#›</a:t>
            </a:fld>
            <a:endParaRPr lang="en-US" altLang="vi-VN"/>
          </a:p>
        </p:txBody>
      </p:sp>
    </p:spTree>
    <p:extLst>
      <p:ext uri="{BB962C8B-B14F-4D97-AF65-F5344CB8AC3E}">
        <p14:creationId xmlns:p14="http://schemas.microsoft.com/office/powerpoint/2010/main" val="32820989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vi-VN"/>
          </a:p>
        </p:txBody>
      </p:sp>
      <p:sp>
        <p:nvSpPr>
          <p:cNvPr id="3" name="Rectangle 5"/>
          <p:cNvSpPr>
            <a:spLocks noGrp="1" noChangeArrowheads="1"/>
          </p:cNvSpPr>
          <p:nvPr>
            <p:ph type="ftr" sz="quarter" idx="11"/>
          </p:nvPr>
        </p:nvSpPr>
        <p:spPr>
          <a:ln/>
        </p:spPr>
        <p:txBody>
          <a:bodyPr/>
          <a:lstStyle>
            <a:lvl1pPr>
              <a:defRPr/>
            </a:lvl1pPr>
          </a:lstStyle>
          <a:p>
            <a:endParaRPr lang="en-US" altLang="vi-VN"/>
          </a:p>
        </p:txBody>
      </p:sp>
      <p:sp>
        <p:nvSpPr>
          <p:cNvPr id="4" name="Rectangle 6"/>
          <p:cNvSpPr>
            <a:spLocks noGrp="1" noChangeArrowheads="1"/>
          </p:cNvSpPr>
          <p:nvPr>
            <p:ph type="sldNum" sz="quarter" idx="12"/>
          </p:nvPr>
        </p:nvSpPr>
        <p:spPr>
          <a:ln/>
        </p:spPr>
        <p:txBody>
          <a:bodyPr/>
          <a:lstStyle>
            <a:lvl1pPr>
              <a:defRPr/>
            </a:lvl1pPr>
          </a:lstStyle>
          <a:p>
            <a:fld id="{4FF0C3BA-1A46-410D-9851-81A98AE5E8CC}" type="slidenum">
              <a:rPr lang="en-US" altLang="vi-VN"/>
              <a:pPr/>
              <a:t>‹#›</a:t>
            </a:fld>
            <a:endParaRPr lang="en-US" altLang="vi-VN"/>
          </a:p>
        </p:txBody>
      </p:sp>
    </p:spTree>
    <p:extLst>
      <p:ext uri="{BB962C8B-B14F-4D97-AF65-F5344CB8AC3E}">
        <p14:creationId xmlns:p14="http://schemas.microsoft.com/office/powerpoint/2010/main" val="9942815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vi-V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ltLang="vi-VN"/>
          </a:p>
        </p:txBody>
      </p:sp>
      <p:sp>
        <p:nvSpPr>
          <p:cNvPr id="6" name="Rectangle 5"/>
          <p:cNvSpPr>
            <a:spLocks noGrp="1" noChangeArrowheads="1"/>
          </p:cNvSpPr>
          <p:nvPr>
            <p:ph type="ftr" sz="quarter" idx="11"/>
          </p:nvPr>
        </p:nvSpPr>
        <p:spPr>
          <a:ln/>
        </p:spPr>
        <p:txBody>
          <a:bodyPr/>
          <a:lstStyle>
            <a:lvl1pPr>
              <a:defRPr/>
            </a:lvl1pPr>
          </a:lstStyle>
          <a:p>
            <a:endParaRPr lang="en-US" altLang="vi-VN"/>
          </a:p>
        </p:txBody>
      </p:sp>
      <p:sp>
        <p:nvSpPr>
          <p:cNvPr id="7" name="Rectangle 6"/>
          <p:cNvSpPr>
            <a:spLocks noGrp="1" noChangeArrowheads="1"/>
          </p:cNvSpPr>
          <p:nvPr>
            <p:ph type="sldNum" sz="quarter" idx="12"/>
          </p:nvPr>
        </p:nvSpPr>
        <p:spPr>
          <a:ln/>
        </p:spPr>
        <p:txBody>
          <a:bodyPr/>
          <a:lstStyle>
            <a:lvl1pPr>
              <a:defRPr/>
            </a:lvl1pPr>
          </a:lstStyle>
          <a:p>
            <a:fld id="{BC9A2825-B64D-439A-9A81-31ED58F40A31}" type="slidenum">
              <a:rPr lang="en-US" altLang="vi-VN"/>
              <a:pPr/>
              <a:t>‹#›</a:t>
            </a:fld>
            <a:endParaRPr lang="en-US" altLang="vi-VN"/>
          </a:p>
        </p:txBody>
      </p:sp>
    </p:spTree>
    <p:extLst>
      <p:ext uri="{BB962C8B-B14F-4D97-AF65-F5344CB8AC3E}">
        <p14:creationId xmlns:p14="http://schemas.microsoft.com/office/powerpoint/2010/main" val="37423214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vi-V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vi-V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ltLang="vi-VN"/>
          </a:p>
        </p:txBody>
      </p:sp>
      <p:sp>
        <p:nvSpPr>
          <p:cNvPr id="6" name="Rectangle 5"/>
          <p:cNvSpPr>
            <a:spLocks noGrp="1" noChangeArrowheads="1"/>
          </p:cNvSpPr>
          <p:nvPr>
            <p:ph type="ftr" sz="quarter" idx="11"/>
          </p:nvPr>
        </p:nvSpPr>
        <p:spPr>
          <a:ln/>
        </p:spPr>
        <p:txBody>
          <a:bodyPr/>
          <a:lstStyle>
            <a:lvl1pPr>
              <a:defRPr/>
            </a:lvl1pPr>
          </a:lstStyle>
          <a:p>
            <a:endParaRPr lang="en-US" altLang="vi-VN"/>
          </a:p>
        </p:txBody>
      </p:sp>
      <p:sp>
        <p:nvSpPr>
          <p:cNvPr id="7" name="Rectangle 6"/>
          <p:cNvSpPr>
            <a:spLocks noGrp="1" noChangeArrowheads="1"/>
          </p:cNvSpPr>
          <p:nvPr>
            <p:ph type="sldNum" sz="quarter" idx="12"/>
          </p:nvPr>
        </p:nvSpPr>
        <p:spPr>
          <a:ln/>
        </p:spPr>
        <p:txBody>
          <a:bodyPr/>
          <a:lstStyle>
            <a:lvl1pPr>
              <a:defRPr/>
            </a:lvl1pPr>
          </a:lstStyle>
          <a:p>
            <a:fld id="{04160803-70D0-42E8-B2F4-C33FC8B9388F}" type="slidenum">
              <a:rPr lang="en-US" altLang="vi-VN"/>
              <a:pPr/>
              <a:t>‹#›</a:t>
            </a:fld>
            <a:endParaRPr lang="en-US" altLang="vi-VN"/>
          </a:p>
        </p:txBody>
      </p:sp>
    </p:spTree>
    <p:extLst>
      <p:ext uri="{BB962C8B-B14F-4D97-AF65-F5344CB8AC3E}">
        <p14:creationId xmlns:p14="http://schemas.microsoft.com/office/powerpoint/2010/main" val="42018580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Rectangle 4"/>
          <p:cNvSpPr>
            <a:spLocks noGrp="1" noChangeArrowheads="1"/>
          </p:cNvSpPr>
          <p:nvPr>
            <p:ph type="dt" sz="half" idx="10"/>
          </p:nvPr>
        </p:nvSpPr>
        <p:spPr>
          <a:ln/>
        </p:spPr>
        <p:txBody>
          <a:bodyPr/>
          <a:lstStyle>
            <a:lvl1pPr>
              <a:defRPr/>
            </a:lvl1pPr>
          </a:lstStyle>
          <a:p>
            <a:endParaRPr lang="en-US" altLang="vi-VN"/>
          </a:p>
        </p:txBody>
      </p:sp>
      <p:sp>
        <p:nvSpPr>
          <p:cNvPr id="5" name="Rectangle 5"/>
          <p:cNvSpPr>
            <a:spLocks noGrp="1" noChangeArrowheads="1"/>
          </p:cNvSpPr>
          <p:nvPr>
            <p:ph type="ftr" sz="quarter" idx="11"/>
          </p:nvPr>
        </p:nvSpPr>
        <p:spPr>
          <a:ln/>
        </p:spPr>
        <p:txBody>
          <a:bodyPr/>
          <a:lstStyle>
            <a:lvl1pPr>
              <a:defRPr/>
            </a:lvl1pPr>
          </a:lstStyle>
          <a:p>
            <a:endParaRPr lang="en-US" altLang="vi-VN"/>
          </a:p>
        </p:txBody>
      </p:sp>
      <p:sp>
        <p:nvSpPr>
          <p:cNvPr id="6" name="Rectangle 6"/>
          <p:cNvSpPr>
            <a:spLocks noGrp="1" noChangeArrowheads="1"/>
          </p:cNvSpPr>
          <p:nvPr>
            <p:ph type="sldNum" sz="quarter" idx="12"/>
          </p:nvPr>
        </p:nvSpPr>
        <p:spPr>
          <a:ln/>
        </p:spPr>
        <p:txBody>
          <a:bodyPr/>
          <a:lstStyle>
            <a:lvl1pPr>
              <a:defRPr/>
            </a:lvl1pPr>
          </a:lstStyle>
          <a:p>
            <a:fld id="{E6A7AEFF-C171-409A-B737-3B005C752A60}" type="slidenum">
              <a:rPr lang="en-US" altLang="vi-VN"/>
              <a:pPr/>
              <a:t>‹#›</a:t>
            </a:fld>
            <a:endParaRPr lang="en-US" altLang="vi-VN"/>
          </a:p>
        </p:txBody>
      </p:sp>
    </p:spTree>
    <p:extLst>
      <p:ext uri="{BB962C8B-B14F-4D97-AF65-F5344CB8AC3E}">
        <p14:creationId xmlns:p14="http://schemas.microsoft.com/office/powerpoint/2010/main" val="1910677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vi-V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Rectangle 4"/>
          <p:cNvSpPr>
            <a:spLocks noGrp="1" noChangeArrowheads="1"/>
          </p:cNvSpPr>
          <p:nvPr>
            <p:ph type="dt" sz="half" idx="10"/>
          </p:nvPr>
        </p:nvSpPr>
        <p:spPr>
          <a:ln/>
        </p:spPr>
        <p:txBody>
          <a:bodyPr/>
          <a:lstStyle>
            <a:lvl1pPr>
              <a:defRPr/>
            </a:lvl1pPr>
          </a:lstStyle>
          <a:p>
            <a:endParaRPr lang="en-US" altLang="vi-VN"/>
          </a:p>
        </p:txBody>
      </p:sp>
      <p:sp>
        <p:nvSpPr>
          <p:cNvPr id="5" name="Rectangle 5"/>
          <p:cNvSpPr>
            <a:spLocks noGrp="1" noChangeArrowheads="1"/>
          </p:cNvSpPr>
          <p:nvPr>
            <p:ph type="ftr" sz="quarter" idx="11"/>
          </p:nvPr>
        </p:nvSpPr>
        <p:spPr>
          <a:ln/>
        </p:spPr>
        <p:txBody>
          <a:bodyPr/>
          <a:lstStyle>
            <a:lvl1pPr>
              <a:defRPr/>
            </a:lvl1pPr>
          </a:lstStyle>
          <a:p>
            <a:endParaRPr lang="en-US" altLang="vi-VN"/>
          </a:p>
        </p:txBody>
      </p:sp>
      <p:sp>
        <p:nvSpPr>
          <p:cNvPr id="6" name="Rectangle 6"/>
          <p:cNvSpPr>
            <a:spLocks noGrp="1" noChangeArrowheads="1"/>
          </p:cNvSpPr>
          <p:nvPr>
            <p:ph type="sldNum" sz="quarter" idx="12"/>
          </p:nvPr>
        </p:nvSpPr>
        <p:spPr>
          <a:ln/>
        </p:spPr>
        <p:txBody>
          <a:bodyPr/>
          <a:lstStyle>
            <a:lvl1pPr>
              <a:defRPr/>
            </a:lvl1pPr>
          </a:lstStyle>
          <a:p>
            <a:fld id="{279BD61F-83B8-4215-8AFB-F91C0434C453}" type="slidenum">
              <a:rPr lang="en-US" altLang="vi-VN"/>
              <a:pPr/>
              <a:t>‹#›</a:t>
            </a:fld>
            <a:endParaRPr lang="en-US" altLang="vi-VN"/>
          </a:p>
        </p:txBody>
      </p:sp>
    </p:spTree>
    <p:extLst>
      <p:ext uri="{BB962C8B-B14F-4D97-AF65-F5344CB8AC3E}">
        <p14:creationId xmlns:p14="http://schemas.microsoft.com/office/powerpoint/2010/main" val="40257140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vi-VN"/>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vi-VN"/>
              <a:t>Click to edit Master text styles</a:t>
            </a:r>
          </a:p>
          <a:p>
            <a:pPr lvl="1"/>
            <a:r>
              <a:rPr lang="en-US" altLang="vi-VN"/>
              <a:t>Second level</a:t>
            </a:r>
          </a:p>
          <a:p>
            <a:pPr lvl="2"/>
            <a:r>
              <a:rPr lang="en-US" altLang="vi-VN"/>
              <a:t>Third level</a:t>
            </a:r>
          </a:p>
          <a:p>
            <a:pPr lvl="3"/>
            <a:r>
              <a:rPr lang="en-US" altLang="vi-VN"/>
              <a:t>Fourth level</a:t>
            </a:r>
          </a:p>
          <a:p>
            <a:pPr lvl="4"/>
            <a:r>
              <a:rPr lang="en-US" altLang="vi-VN"/>
              <a:t>Fifth level</a:t>
            </a:r>
          </a:p>
        </p:txBody>
      </p:sp>
      <p:sp>
        <p:nvSpPr>
          <p:cNvPr id="1030" name="Rectangle 6"/>
          <p:cNvSpPr>
            <a:spLocks noGrp="1" noChangeArrowheads="1"/>
          </p:cNvSpPr>
          <p:nvPr>
            <p:ph type="sldNum" sz="quarter" idx="4"/>
          </p:nvPr>
        </p:nvSpPr>
        <p:spPr bwMode="auto">
          <a:xfrm>
            <a:off x="0" y="6553199"/>
            <a:ext cx="914400" cy="28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400">
                <a:solidFill>
                  <a:schemeClr val="bg1"/>
                </a:solidFill>
              </a:defRPr>
            </a:lvl1pPr>
          </a:lstStyle>
          <a:p>
            <a:fld id="{925B38C4-721A-4685-9BEE-2F0D27C994C9}" type="slidenum">
              <a:rPr lang="en-US" altLang="vi-VN" smtClean="0"/>
              <a:pPr/>
              <a:t>‹#›</a:t>
            </a:fld>
            <a:endParaRPr lang="en-US" altLang="vi-VN"/>
          </a:p>
        </p:txBody>
      </p:sp>
    </p:spTree>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881" r:id="rId4"/>
    <p:sldLayoutId id="2147483882" r:id="rId5"/>
    <p:sldLayoutId id="2147483883" r:id="rId6"/>
    <p:sldLayoutId id="2147483884" r:id="rId7"/>
    <p:sldLayoutId id="2147483885" r:id="rId8"/>
    <p:sldLayoutId id="2147483886" r:id="rId9"/>
    <p:sldLayoutId id="2147483887" r:id="rId10"/>
    <p:sldLayoutId id="2147483888" r:id="rId11"/>
    <p:sldLayoutId id="2147483889" r:id="rId12"/>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vi-VN"/>
              <a:t>Click to edit Master title style</a:t>
            </a:r>
          </a:p>
        </p:txBody>
      </p:sp>
      <p:sp>
        <p:nvSpPr>
          <p:cNvPr id="2051"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vi-VN"/>
              <a:t>Click to edit Master text styles</a:t>
            </a:r>
          </a:p>
          <a:p>
            <a:pPr lvl="1"/>
            <a:r>
              <a:rPr lang="en-US" altLang="vi-VN"/>
              <a:t>Second level</a:t>
            </a:r>
          </a:p>
          <a:p>
            <a:pPr lvl="2"/>
            <a:r>
              <a:rPr lang="en-US" altLang="vi-VN"/>
              <a:t>Third level</a:t>
            </a:r>
          </a:p>
          <a:p>
            <a:pPr lvl="3"/>
            <a:r>
              <a:rPr lang="en-US" altLang="vi-VN"/>
              <a:t>Fourth level</a:t>
            </a:r>
          </a:p>
          <a:p>
            <a:pPr lvl="4"/>
            <a:r>
              <a:rPr lang="en-US" altLang="vi-VN"/>
              <a:t>Fifth level</a:t>
            </a:r>
          </a:p>
        </p:txBody>
      </p:sp>
      <p:sp>
        <p:nvSpPr>
          <p:cNvPr id="7172"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vl1pPr>
          </a:lstStyle>
          <a:p>
            <a:endParaRPr lang="en-US" altLang="vi-VN"/>
          </a:p>
        </p:txBody>
      </p:sp>
      <p:sp>
        <p:nvSpPr>
          <p:cNvPr id="7173"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endParaRPr lang="en-US" altLang="vi-VN"/>
          </a:p>
        </p:txBody>
      </p:sp>
      <p:sp>
        <p:nvSpPr>
          <p:cNvPr id="7174"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vl1pPr>
          </a:lstStyle>
          <a:p>
            <a:fld id="{7E91C06F-CB64-480F-81FD-54C2481DC731}" type="slidenum">
              <a:rPr lang="en-US" altLang="vi-VN"/>
              <a:pPr/>
              <a:t>‹#›</a:t>
            </a:fld>
            <a:endParaRPr lang="en-US" altLang="vi-VN"/>
          </a:p>
        </p:txBody>
      </p:sp>
    </p:spTree>
  </p:cSld>
  <p:clrMap bg1="lt1" tx1="dk1" bg2="lt2" tx2="dk2" accent1="accent1" accent2="accent2" accent3="accent3" accent4="accent4" accent5="accent5" accent6="accent6" hlink="hlink" folHlink="folHlink"/>
  <p:sldLayoutIdLst>
    <p:sldLayoutId id="2147483890" r:id="rId1"/>
    <p:sldLayoutId id="2147483891" r:id="rId2"/>
    <p:sldLayoutId id="2147483892" r:id="rId3"/>
    <p:sldLayoutId id="2147483893" r:id="rId4"/>
    <p:sldLayoutId id="2147483894" r:id="rId5"/>
    <p:sldLayoutId id="2147483895" r:id="rId6"/>
    <p:sldLayoutId id="2147483896" r:id="rId7"/>
    <p:sldLayoutId id="2147483897" r:id="rId8"/>
    <p:sldLayoutId id="2147483898" r:id="rId9"/>
    <p:sldLayoutId id="2147483899" r:id="rId10"/>
    <p:sldLayoutId id="2147483900"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146" name="Content Placeholder 2"/>
          <p:cNvSpPr>
            <a:spLocks noGrp="1"/>
          </p:cNvSpPr>
          <p:nvPr>
            <p:ph idx="1"/>
          </p:nvPr>
        </p:nvSpPr>
        <p:spPr>
          <a:xfrm>
            <a:off x="76200" y="1814512"/>
            <a:ext cx="8991600" cy="5043488"/>
          </a:xfrm>
        </p:spPr>
        <p:txBody>
          <a:bodyPr/>
          <a:lstStyle/>
          <a:p>
            <a:pPr marL="0" indent="0" algn="ctr">
              <a:buFontTx/>
              <a:buNone/>
            </a:pPr>
            <a:r>
              <a:rPr lang="en-US" altLang="en-US" sz="2800" b="1" dirty="0">
                <a:solidFill>
                  <a:srgbClr val="FF0000"/>
                </a:solidFill>
                <a:latin typeface="+mj-lt"/>
                <a:ea typeface="Tahoma" panose="020B0604030504040204" pitchFamily="34" charset="0"/>
                <a:cs typeface="Tahoma" panose="020B0604030504040204" pitchFamily="34" charset="0"/>
              </a:rPr>
              <a:t>ĐỀ ÁN TỐT NGHIỆP THẠC SĨ KỸ THUẬT</a:t>
            </a:r>
          </a:p>
          <a:p>
            <a:pPr marL="0" indent="0" algn="ctr">
              <a:buFontTx/>
              <a:buNone/>
            </a:pPr>
            <a:r>
              <a:rPr lang="vi-VN" altLang="en-US" b="1" dirty="0">
                <a:latin typeface="+mj-lt"/>
                <a:ea typeface="Tahoma" panose="020B0604030504040204" pitchFamily="34" charset="0"/>
                <a:cs typeface="Tahoma" panose="020B0604030504040204" pitchFamily="34" charset="0"/>
              </a:rPr>
              <a:t>NGHIÊN CỨU </a:t>
            </a:r>
            <a:r>
              <a:rPr lang="en-US" altLang="en-US" b="1" dirty="0" err="1" smtClean="0">
                <a:latin typeface="+mj-lt"/>
                <a:ea typeface="Tahoma" panose="020B0604030504040204" pitchFamily="34" charset="0"/>
                <a:cs typeface="Tahoma" panose="020B0604030504040204" pitchFamily="34" charset="0"/>
              </a:rPr>
              <a:t>HỆ</a:t>
            </a:r>
            <a:r>
              <a:rPr lang="en-US" altLang="en-US" b="1" dirty="0" smtClean="0">
                <a:latin typeface="+mj-lt"/>
                <a:ea typeface="Tahoma" panose="020B0604030504040204" pitchFamily="34" charset="0"/>
                <a:cs typeface="Tahoma" panose="020B0604030504040204" pitchFamily="34" charset="0"/>
              </a:rPr>
              <a:t> </a:t>
            </a:r>
            <a:r>
              <a:rPr lang="en-US" altLang="en-US" b="1" dirty="0" err="1" smtClean="0">
                <a:latin typeface="+mj-lt"/>
                <a:ea typeface="Tahoma" panose="020B0604030504040204" pitchFamily="34" charset="0"/>
                <a:cs typeface="Tahoma" panose="020B0604030504040204" pitchFamily="34" charset="0"/>
              </a:rPr>
              <a:t>THỐNG</a:t>
            </a:r>
            <a:r>
              <a:rPr lang="en-US" altLang="en-US" b="1" dirty="0" smtClean="0">
                <a:latin typeface="+mj-lt"/>
                <a:ea typeface="Tahoma" panose="020B0604030504040204" pitchFamily="34" charset="0"/>
                <a:cs typeface="Tahoma" panose="020B0604030504040204" pitchFamily="34" charset="0"/>
              </a:rPr>
              <a:t> </a:t>
            </a:r>
            <a:r>
              <a:rPr lang="en-US" altLang="en-US" b="1" dirty="0" err="1" smtClean="0">
                <a:latin typeface="+mj-lt"/>
                <a:ea typeface="Tahoma" panose="020B0604030504040204" pitchFamily="34" charset="0"/>
                <a:cs typeface="Tahoma" panose="020B0604030504040204" pitchFamily="34" charset="0"/>
              </a:rPr>
              <a:t>GỢI</a:t>
            </a:r>
            <a:r>
              <a:rPr lang="en-US" altLang="en-US" b="1" dirty="0" smtClean="0">
                <a:latin typeface="+mj-lt"/>
                <a:ea typeface="Tahoma" panose="020B0604030504040204" pitchFamily="34" charset="0"/>
                <a:cs typeface="Tahoma" panose="020B0604030504040204" pitchFamily="34" charset="0"/>
              </a:rPr>
              <a:t> Ý </a:t>
            </a:r>
            <a:r>
              <a:rPr lang="en-US" altLang="en-US" b="1" dirty="0" err="1" smtClean="0">
                <a:latin typeface="+mj-lt"/>
                <a:ea typeface="Tahoma" panose="020B0604030504040204" pitchFamily="34" charset="0"/>
                <a:cs typeface="Tahoma" panose="020B0604030504040204" pitchFamily="34" charset="0"/>
              </a:rPr>
              <a:t>DỰA</a:t>
            </a:r>
            <a:r>
              <a:rPr lang="en-US" altLang="en-US" b="1" dirty="0" smtClean="0">
                <a:latin typeface="+mj-lt"/>
                <a:ea typeface="Tahoma" panose="020B0604030504040204" pitchFamily="34" charset="0"/>
                <a:cs typeface="Tahoma" panose="020B0604030504040204" pitchFamily="34" charset="0"/>
              </a:rPr>
              <a:t> TRÊN GRAPH NEURAL NETWORKS</a:t>
            </a:r>
            <a:endParaRPr lang="en-US" altLang="en-US" sz="2000" b="1"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altLang="en-US" sz="2400" dirty="0" err="1">
                <a:ea typeface="Tahoma" panose="020B0604030504040204" pitchFamily="34" charset="0"/>
                <a:cs typeface="Tahoma" panose="020B0604030504040204" pitchFamily="34" charset="0"/>
              </a:rPr>
              <a:t>Chuyên</a:t>
            </a:r>
            <a:r>
              <a:rPr lang="en-US" altLang="en-US" sz="2400" dirty="0">
                <a:ea typeface="Tahoma" panose="020B0604030504040204" pitchFamily="34" charset="0"/>
                <a:cs typeface="Tahoma" panose="020B0604030504040204" pitchFamily="34" charset="0"/>
              </a:rPr>
              <a:t> </a:t>
            </a:r>
            <a:r>
              <a:rPr lang="en-US" altLang="en-US" sz="2400" dirty="0" err="1">
                <a:ea typeface="Tahoma" panose="020B0604030504040204" pitchFamily="34" charset="0"/>
                <a:cs typeface="Tahoma" panose="020B0604030504040204" pitchFamily="34" charset="0"/>
              </a:rPr>
              <a:t>ngành</a:t>
            </a:r>
            <a:r>
              <a:rPr lang="en-US" altLang="en-US" sz="2400" dirty="0">
                <a:ea typeface="Tahoma" panose="020B0604030504040204" pitchFamily="34" charset="0"/>
                <a:cs typeface="Tahoma" panose="020B0604030504040204" pitchFamily="34" charset="0"/>
              </a:rPr>
              <a:t>: </a:t>
            </a:r>
            <a:r>
              <a:rPr lang="en-US" altLang="en-US" sz="2400" b="1" dirty="0" err="1" smtClean="0">
                <a:ea typeface="Tahoma" panose="020B0604030504040204" pitchFamily="34" charset="0"/>
                <a:cs typeface="Tahoma" panose="020B0604030504040204" pitchFamily="34" charset="0"/>
              </a:rPr>
              <a:t>Khoa</a:t>
            </a:r>
            <a:r>
              <a:rPr lang="en-US" altLang="en-US" sz="2400" b="1" dirty="0" smtClean="0">
                <a:ea typeface="Tahoma" panose="020B0604030504040204" pitchFamily="34" charset="0"/>
                <a:cs typeface="Tahoma" panose="020B0604030504040204" pitchFamily="34" charset="0"/>
              </a:rPr>
              <a:t> học máy tính</a:t>
            </a:r>
            <a:endParaRPr lang="en-US" altLang="en-US" sz="2400" b="1" dirty="0">
              <a:ea typeface="Tahoma" panose="020B0604030504040204" pitchFamily="34" charset="0"/>
              <a:cs typeface="Tahoma" panose="020B0604030504040204" pitchFamily="34" charset="0"/>
            </a:endParaRPr>
          </a:p>
          <a:p>
            <a:pPr marL="0" indent="0">
              <a:buNone/>
            </a:pPr>
            <a:r>
              <a:rPr lang="en-US" altLang="en-US" sz="2400" dirty="0">
                <a:ea typeface="Tahoma" panose="020B0604030504040204" pitchFamily="34" charset="0"/>
                <a:cs typeface="Tahoma" panose="020B0604030504040204" pitchFamily="34" charset="0"/>
              </a:rPr>
              <a:t>Người thực hiện: </a:t>
            </a:r>
            <a:r>
              <a:rPr lang="en-US" altLang="en-US" sz="2400" b="1" dirty="0" err="1" smtClean="0">
                <a:ea typeface="Tahoma" panose="020B0604030504040204" pitchFamily="34" charset="0"/>
                <a:cs typeface="Tahoma" panose="020B0604030504040204" pitchFamily="34" charset="0"/>
              </a:rPr>
              <a:t>Bùi</a:t>
            </a:r>
            <a:r>
              <a:rPr lang="en-US" altLang="en-US" sz="2400" b="1" dirty="0" smtClean="0">
                <a:ea typeface="Tahoma" panose="020B0604030504040204" pitchFamily="34" charset="0"/>
                <a:cs typeface="Tahoma" panose="020B0604030504040204" pitchFamily="34" charset="0"/>
              </a:rPr>
              <a:t> </a:t>
            </a:r>
            <a:r>
              <a:rPr lang="en-US" altLang="en-US" sz="2400" b="1" dirty="0" err="1" smtClean="0">
                <a:ea typeface="Tahoma" panose="020B0604030504040204" pitchFamily="34" charset="0"/>
                <a:cs typeface="Tahoma" panose="020B0604030504040204" pitchFamily="34" charset="0"/>
              </a:rPr>
              <a:t>Phương</a:t>
            </a:r>
            <a:r>
              <a:rPr lang="en-US" altLang="en-US" sz="2400" b="1" dirty="0" smtClean="0">
                <a:ea typeface="Tahoma" panose="020B0604030504040204" pitchFamily="34" charset="0"/>
                <a:cs typeface="Tahoma" panose="020B0604030504040204" pitchFamily="34" charset="0"/>
              </a:rPr>
              <a:t> Ngọc Mai</a:t>
            </a:r>
            <a:endParaRPr lang="en-US" altLang="en-US" sz="2400" b="1" dirty="0">
              <a:ea typeface="Tahoma" panose="020B0604030504040204" pitchFamily="34" charset="0"/>
              <a:cs typeface="Tahoma" panose="020B0604030504040204" pitchFamily="34" charset="0"/>
            </a:endParaRPr>
          </a:p>
          <a:p>
            <a:pPr marL="0" indent="0">
              <a:buNone/>
            </a:pPr>
            <a:r>
              <a:rPr lang="en-US" altLang="en-US" sz="2400" dirty="0">
                <a:ea typeface="Tahoma" panose="020B0604030504040204" pitchFamily="34" charset="0"/>
                <a:cs typeface="Tahoma" panose="020B0604030504040204" pitchFamily="34" charset="0"/>
              </a:rPr>
              <a:t>Người </a:t>
            </a:r>
            <a:r>
              <a:rPr lang="en-US" altLang="en-US" sz="2400" dirty="0" err="1">
                <a:ea typeface="Tahoma" panose="020B0604030504040204" pitchFamily="34" charset="0"/>
                <a:cs typeface="Tahoma" panose="020B0604030504040204" pitchFamily="34" charset="0"/>
              </a:rPr>
              <a:t>hướng</a:t>
            </a:r>
            <a:r>
              <a:rPr lang="en-US" altLang="en-US" sz="2400" dirty="0">
                <a:ea typeface="Tahoma" panose="020B0604030504040204" pitchFamily="34" charset="0"/>
                <a:cs typeface="Tahoma" panose="020B0604030504040204" pitchFamily="34" charset="0"/>
              </a:rPr>
              <a:t> </a:t>
            </a:r>
            <a:r>
              <a:rPr lang="en-US" altLang="en-US" sz="2400" dirty="0" err="1">
                <a:ea typeface="Tahoma" panose="020B0604030504040204" pitchFamily="34" charset="0"/>
                <a:cs typeface="Tahoma" panose="020B0604030504040204" pitchFamily="34" charset="0"/>
              </a:rPr>
              <a:t>dẫn</a:t>
            </a:r>
            <a:r>
              <a:rPr lang="en-US" altLang="en-US" sz="2400" dirty="0">
                <a:ea typeface="Tahoma" panose="020B0604030504040204" pitchFamily="34" charset="0"/>
                <a:cs typeface="Tahoma" panose="020B0604030504040204" pitchFamily="34" charset="0"/>
              </a:rPr>
              <a:t> khoa học: </a:t>
            </a:r>
            <a:r>
              <a:rPr lang="en-US" altLang="en-US" sz="2400" b="1" dirty="0" err="1">
                <a:ea typeface="Tahoma" panose="020B0604030504040204" pitchFamily="34" charset="0"/>
                <a:cs typeface="Tahoma" panose="020B0604030504040204" pitchFamily="34" charset="0"/>
              </a:rPr>
              <a:t>TS</a:t>
            </a:r>
            <a:r>
              <a:rPr lang="en-US" altLang="en-US" sz="2400" b="1" dirty="0">
                <a:ea typeface="Tahoma" panose="020B0604030504040204" pitchFamily="34" charset="0"/>
                <a:cs typeface="Tahoma" panose="020B0604030504040204" pitchFamily="34" charset="0"/>
              </a:rPr>
              <a:t>. </a:t>
            </a:r>
            <a:r>
              <a:rPr lang="en-US" altLang="en-US" sz="2400" b="1" dirty="0" err="1">
                <a:ea typeface="Tahoma" panose="020B0604030504040204" pitchFamily="34" charset="0"/>
                <a:cs typeface="Tahoma" panose="020B0604030504040204" pitchFamily="34" charset="0"/>
              </a:rPr>
              <a:t>Nguyễn</a:t>
            </a:r>
            <a:r>
              <a:rPr lang="en-US" altLang="en-US" sz="2400" b="1" dirty="0">
                <a:ea typeface="Tahoma" panose="020B0604030504040204" pitchFamily="34" charset="0"/>
                <a:cs typeface="Tahoma" panose="020B0604030504040204" pitchFamily="34" charset="0"/>
              </a:rPr>
              <a:t> </a:t>
            </a:r>
            <a:r>
              <a:rPr lang="en-US" altLang="en-US" sz="2400" b="1" dirty="0" err="1">
                <a:ea typeface="Tahoma" panose="020B0604030504040204" pitchFamily="34" charset="0"/>
                <a:cs typeface="Tahoma" panose="020B0604030504040204" pitchFamily="34" charset="0"/>
              </a:rPr>
              <a:t>Duy</a:t>
            </a:r>
            <a:r>
              <a:rPr lang="en-US" altLang="en-US" sz="2400" b="1" dirty="0">
                <a:ea typeface="Tahoma" panose="020B0604030504040204" pitchFamily="34" charset="0"/>
                <a:cs typeface="Tahoma" panose="020B0604030504040204" pitchFamily="34" charset="0"/>
              </a:rPr>
              <a:t> </a:t>
            </a:r>
            <a:r>
              <a:rPr lang="en-US" altLang="en-US" sz="2400" b="1" dirty="0" err="1">
                <a:ea typeface="Tahoma" panose="020B0604030504040204" pitchFamily="34" charset="0"/>
                <a:cs typeface="Tahoma" panose="020B0604030504040204" pitchFamily="34" charset="0"/>
              </a:rPr>
              <a:t>Phương</a:t>
            </a:r>
            <a:endParaRPr lang="en-US" altLang="en-US" sz="2400" b="1" dirty="0">
              <a:ea typeface="Tahoma" panose="020B0604030504040204" pitchFamily="34" charset="0"/>
              <a:cs typeface="Tahoma" panose="020B0604030504040204"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457200" y="76200"/>
            <a:ext cx="8229600" cy="1066800"/>
          </a:xfrm>
        </p:spPr>
        <p:txBody>
          <a:bodyPr/>
          <a:lstStyle/>
          <a:p>
            <a:r>
              <a:rPr lang="en-US" altLang="en-US" dirty="0">
                <a:ea typeface="Tahoma" panose="020B0604030504040204" pitchFamily="34" charset="0"/>
                <a:cs typeface="Tahoma" panose="020B0604030504040204" pitchFamily="34" charset="0"/>
              </a:rPr>
              <a:t>NỘI DUNG</a:t>
            </a:r>
            <a:endParaRPr lang="vi-VN" altLang="en-US" dirty="0">
              <a:ea typeface="Tahoma" panose="020B0604030504040204" pitchFamily="34" charset="0"/>
              <a:cs typeface="Tahoma" panose="020B0604030504040204" pitchFamily="34" charset="0"/>
            </a:endParaRPr>
          </a:p>
        </p:txBody>
      </p:sp>
      <p:sp>
        <p:nvSpPr>
          <p:cNvPr id="8195" name="Content Placeholder 2"/>
          <p:cNvSpPr>
            <a:spLocks noGrp="1"/>
          </p:cNvSpPr>
          <p:nvPr>
            <p:ph idx="1"/>
          </p:nvPr>
        </p:nvSpPr>
        <p:spPr>
          <a:xfrm>
            <a:off x="152400" y="1981200"/>
            <a:ext cx="8839200" cy="3962400"/>
          </a:xfrm>
        </p:spPr>
        <p:txBody>
          <a:bodyPr/>
          <a:lstStyle/>
          <a:p>
            <a:r>
              <a:rPr lang="en-US" altLang="en-US" dirty="0">
                <a:ea typeface="Tahoma" panose="020B0604030504040204" pitchFamily="34" charset="0"/>
                <a:cs typeface="Tahoma" panose="020B0604030504040204" pitchFamily="34" charset="0"/>
              </a:rPr>
              <a:t>Lý do thực hiện </a:t>
            </a:r>
            <a:endParaRPr lang="en-US" altLang="en-US" dirty="0" smtClean="0">
              <a:ea typeface="Tahoma" panose="020B0604030504040204" pitchFamily="34" charset="0"/>
              <a:cs typeface="Tahoma" panose="020B0604030504040204" pitchFamily="34" charset="0"/>
            </a:endParaRPr>
          </a:p>
          <a:p>
            <a:r>
              <a:rPr lang="en-US" altLang="en-US" dirty="0" err="1" smtClean="0">
                <a:ea typeface="Tahoma" panose="020B0604030504040204" pitchFamily="34" charset="0"/>
                <a:cs typeface="Tahoma" panose="020B0604030504040204" pitchFamily="34" charset="0"/>
              </a:rPr>
              <a:t>Mục</a:t>
            </a:r>
            <a:r>
              <a:rPr lang="en-US" altLang="en-US" dirty="0" smtClean="0">
                <a:ea typeface="Tahoma" panose="020B0604030504040204" pitchFamily="34" charset="0"/>
                <a:cs typeface="Tahoma" panose="020B0604030504040204" pitchFamily="34" charset="0"/>
              </a:rPr>
              <a:t> </a:t>
            </a:r>
            <a:r>
              <a:rPr lang="en-US" altLang="en-US" dirty="0">
                <a:ea typeface="Tahoma" panose="020B0604030504040204" pitchFamily="34" charset="0"/>
                <a:cs typeface="Tahoma" panose="020B0604030504040204" pitchFamily="34" charset="0"/>
              </a:rPr>
              <a:t>tiêu </a:t>
            </a:r>
            <a:r>
              <a:rPr lang="en-US" altLang="en-US" dirty="0" err="1">
                <a:ea typeface="Tahoma" panose="020B0604030504040204" pitchFamily="34" charset="0"/>
                <a:cs typeface="Tahoma" panose="020B0604030504040204" pitchFamily="34" charset="0"/>
              </a:rPr>
              <a:t>nghiên</a:t>
            </a:r>
            <a:r>
              <a:rPr lang="en-US" altLang="en-US" dirty="0">
                <a:ea typeface="Tahoma" panose="020B0604030504040204" pitchFamily="34" charset="0"/>
                <a:cs typeface="Tahoma" panose="020B0604030504040204" pitchFamily="34" charset="0"/>
              </a:rPr>
              <a:t> </a:t>
            </a:r>
            <a:r>
              <a:rPr lang="en-US" altLang="en-US" dirty="0" err="1">
                <a:ea typeface="Tahoma" panose="020B0604030504040204" pitchFamily="34" charset="0"/>
                <a:cs typeface="Tahoma" panose="020B0604030504040204" pitchFamily="34" charset="0"/>
              </a:rPr>
              <a:t>cứu</a:t>
            </a:r>
            <a:endParaRPr lang="en-US" altLang="en-US" dirty="0">
              <a:ea typeface="Tahoma" panose="020B0604030504040204" pitchFamily="34" charset="0"/>
              <a:cs typeface="Tahoma" panose="020B0604030504040204" pitchFamily="34" charset="0"/>
            </a:endParaRPr>
          </a:p>
          <a:p>
            <a:r>
              <a:rPr lang="en-US" altLang="en-US" dirty="0" err="1">
                <a:ea typeface="Tahoma" panose="020B0604030504040204" pitchFamily="34" charset="0"/>
                <a:cs typeface="Tahoma" panose="020B0604030504040204" pitchFamily="34" charset="0"/>
              </a:rPr>
              <a:t>Phương</a:t>
            </a:r>
            <a:r>
              <a:rPr lang="en-US" altLang="en-US" dirty="0">
                <a:ea typeface="Tahoma" panose="020B0604030504040204" pitchFamily="34" charset="0"/>
                <a:cs typeface="Tahoma" panose="020B0604030504040204" pitchFamily="34" charset="0"/>
              </a:rPr>
              <a:t> </a:t>
            </a:r>
            <a:r>
              <a:rPr lang="en-US" altLang="en-US" dirty="0" err="1">
                <a:ea typeface="Tahoma" panose="020B0604030504040204" pitchFamily="34" charset="0"/>
                <a:cs typeface="Tahoma" panose="020B0604030504040204" pitchFamily="34" charset="0"/>
              </a:rPr>
              <a:t>pháp</a:t>
            </a:r>
            <a:r>
              <a:rPr lang="en-US" altLang="en-US" dirty="0">
                <a:ea typeface="Tahoma" panose="020B0604030504040204" pitchFamily="34" charset="0"/>
                <a:cs typeface="Tahoma" panose="020B0604030504040204" pitchFamily="34" charset="0"/>
              </a:rPr>
              <a:t>, </a:t>
            </a:r>
            <a:r>
              <a:rPr lang="en-US" altLang="en-US" dirty="0" err="1">
                <a:ea typeface="Tahoma" panose="020B0604030504040204" pitchFamily="34" charset="0"/>
                <a:cs typeface="Tahoma" panose="020B0604030504040204" pitchFamily="34" charset="0"/>
              </a:rPr>
              <a:t>phạm</a:t>
            </a:r>
            <a:r>
              <a:rPr lang="en-US" altLang="en-US" dirty="0">
                <a:ea typeface="Tahoma" panose="020B0604030504040204" pitchFamily="34" charset="0"/>
                <a:cs typeface="Tahoma" panose="020B0604030504040204" pitchFamily="34" charset="0"/>
              </a:rPr>
              <a:t> vi, </a:t>
            </a:r>
            <a:r>
              <a:rPr lang="en-US" altLang="en-US" dirty="0" err="1">
                <a:ea typeface="Tahoma" panose="020B0604030504040204" pitchFamily="34" charset="0"/>
                <a:cs typeface="Tahoma" panose="020B0604030504040204" pitchFamily="34" charset="0"/>
              </a:rPr>
              <a:t>đối</a:t>
            </a:r>
            <a:r>
              <a:rPr lang="en-US" altLang="en-US" dirty="0">
                <a:ea typeface="Tahoma" panose="020B0604030504040204" pitchFamily="34" charset="0"/>
                <a:cs typeface="Tahoma" panose="020B0604030504040204" pitchFamily="34" charset="0"/>
              </a:rPr>
              <a:t> </a:t>
            </a:r>
            <a:r>
              <a:rPr lang="en-US" altLang="en-US" dirty="0" err="1" smtClean="0">
                <a:ea typeface="Tahoma" panose="020B0604030504040204" pitchFamily="34" charset="0"/>
                <a:cs typeface="Tahoma" panose="020B0604030504040204" pitchFamily="34" charset="0"/>
              </a:rPr>
              <a:t>tượng</a:t>
            </a:r>
            <a:r>
              <a:rPr lang="en-US" altLang="en-US" dirty="0">
                <a:ea typeface="Tahoma" panose="020B0604030504040204" pitchFamily="34" charset="0"/>
                <a:cs typeface="Tahoma" panose="020B0604030504040204" pitchFamily="34" charset="0"/>
              </a:rPr>
              <a:t> </a:t>
            </a:r>
            <a:r>
              <a:rPr lang="en-US" altLang="en-US" dirty="0" err="1" smtClean="0">
                <a:ea typeface="Tahoma" panose="020B0604030504040204" pitchFamily="34" charset="0"/>
                <a:cs typeface="Tahoma" panose="020B0604030504040204" pitchFamily="34" charset="0"/>
              </a:rPr>
              <a:t>nghiên</a:t>
            </a:r>
            <a:r>
              <a:rPr lang="en-US" altLang="en-US" dirty="0" smtClean="0">
                <a:ea typeface="Tahoma" panose="020B0604030504040204" pitchFamily="34" charset="0"/>
                <a:cs typeface="Tahoma" panose="020B0604030504040204" pitchFamily="34" charset="0"/>
              </a:rPr>
              <a:t> </a:t>
            </a:r>
            <a:r>
              <a:rPr lang="en-US" altLang="en-US" dirty="0" err="1">
                <a:ea typeface="Tahoma" panose="020B0604030504040204" pitchFamily="34" charset="0"/>
                <a:cs typeface="Tahoma" panose="020B0604030504040204" pitchFamily="34" charset="0"/>
              </a:rPr>
              <a:t>cứu</a:t>
            </a:r>
            <a:endParaRPr lang="en-US" altLang="en-US" dirty="0">
              <a:ea typeface="Tahoma" panose="020B0604030504040204" pitchFamily="34" charset="0"/>
              <a:cs typeface="Tahoma" panose="020B0604030504040204" pitchFamily="34" charset="0"/>
            </a:endParaRPr>
          </a:p>
          <a:p>
            <a:r>
              <a:rPr lang="en-US" altLang="en-US" dirty="0" err="1">
                <a:ea typeface="Tahoma" panose="020B0604030504040204" pitchFamily="34" charset="0"/>
                <a:cs typeface="Tahoma" panose="020B0604030504040204" pitchFamily="34" charset="0"/>
              </a:rPr>
              <a:t>Bố</a:t>
            </a:r>
            <a:r>
              <a:rPr lang="en-US" altLang="en-US" dirty="0">
                <a:ea typeface="Tahoma" panose="020B0604030504040204" pitchFamily="34" charset="0"/>
                <a:cs typeface="Tahoma" panose="020B0604030504040204" pitchFamily="34" charset="0"/>
              </a:rPr>
              <a:t> </a:t>
            </a:r>
            <a:r>
              <a:rPr lang="en-US" altLang="en-US" dirty="0" err="1" smtClean="0">
                <a:ea typeface="Tahoma" panose="020B0604030504040204" pitchFamily="34" charset="0"/>
                <a:cs typeface="Tahoma" panose="020B0604030504040204" pitchFamily="34" charset="0"/>
              </a:rPr>
              <a:t>cục</a:t>
            </a:r>
            <a:r>
              <a:rPr lang="en-US" altLang="en-US" dirty="0" smtClean="0">
                <a:ea typeface="Tahoma" panose="020B0604030504040204" pitchFamily="34" charset="0"/>
                <a:cs typeface="Tahoma" panose="020B0604030504040204" pitchFamily="34" charset="0"/>
              </a:rPr>
              <a:t> đề án</a:t>
            </a:r>
          </a:p>
          <a:p>
            <a:r>
              <a:rPr lang="en-US" altLang="en-US" dirty="0" err="1" smtClean="0">
                <a:ea typeface="Tahoma" panose="020B0604030504040204" pitchFamily="34" charset="0"/>
                <a:cs typeface="Tahoma" panose="020B0604030504040204" pitchFamily="34" charset="0"/>
              </a:rPr>
              <a:t>Nội</a:t>
            </a:r>
            <a:r>
              <a:rPr lang="en-US" altLang="en-US" dirty="0" smtClean="0">
                <a:ea typeface="Tahoma" panose="020B0604030504040204" pitchFamily="34" charset="0"/>
                <a:cs typeface="Tahoma" panose="020B0604030504040204" pitchFamily="34" charset="0"/>
              </a:rPr>
              <a:t> </a:t>
            </a:r>
            <a:r>
              <a:rPr lang="en-US" altLang="en-US" dirty="0">
                <a:ea typeface="Tahoma" panose="020B0604030504040204" pitchFamily="34" charset="0"/>
                <a:cs typeface="Tahoma" panose="020B0604030504040204" pitchFamily="34" charset="0"/>
              </a:rPr>
              <a:t>dung </a:t>
            </a:r>
            <a:r>
              <a:rPr lang="en-US" altLang="en-US" dirty="0" smtClean="0">
                <a:ea typeface="Tahoma" panose="020B0604030504040204" pitchFamily="34" charset="0"/>
                <a:cs typeface="Tahoma" panose="020B0604030504040204" pitchFamily="34" charset="0"/>
              </a:rPr>
              <a:t>đề án</a:t>
            </a:r>
            <a:endParaRPr lang="en-US" altLang="en-US" dirty="0">
              <a:ea typeface="Tahoma" panose="020B0604030504040204" pitchFamily="34" charset="0"/>
              <a:cs typeface="Tahoma" panose="020B0604030504040204" pitchFamily="34" charset="0"/>
            </a:endParaRPr>
          </a:p>
        </p:txBody>
      </p:sp>
      <p:sp>
        <p:nvSpPr>
          <p:cNvPr id="3" name="Slide Number Placeholder 2"/>
          <p:cNvSpPr>
            <a:spLocks noGrp="1"/>
          </p:cNvSpPr>
          <p:nvPr>
            <p:ph type="sldNum" sz="quarter" idx="4"/>
          </p:nvPr>
        </p:nvSpPr>
        <p:spPr/>
        <p:txBody>
          <a:bodyPr/>
          <a:lstStyle/>
          <a:p>
            <a:fld id="{925B38C4-721A-4685-9BEE-2F0D27C994C9}" type="slidenum">
              <a:rPr lang="en-US" altLang="vi-VN" smtClean="0"/>
              <a:pPr/>
              <a:t>2</a:t>
            </a:fld>
            <a:endParaRPr lang="en-US" altLang="vi-V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062" y="23446"/>
            <a:ext cx="8229600" cy="1143000"/>
          </a:xfrm>
        </p:spPr>
        <p:txBody>
          <a:bodyPr/>
          <a:lstStyle/>
          <a:p>
            <a:r>
              <a:rPr lang="en-US" dirty="0"/>
              <a:t>LÝ DO THỰC </a:t>
            </a:r>
            <a:r>
              <a:rPr lang="en-US" dirty="0" smtClean="0"/>
              <a:t>HIỆN </a:t>
            </a:r>
            <a:endParaRPr lang="vi-VN" dirty="0"/>
          </a:p>
        </p:txBody>
      </p:sp>
      <p:sp>
        <p:nvSpPr>
          <p:cNvPr id="3" name="Content Placeholder 2"/>
          <p:cNvSpPr>
            <a:spLocks noGrp="1"/>
          </p:cNvSpPr>
          <p:nvPr>
            <p:ph idx="1"/>
          </p:nvPr>
        </p:nvSpPr>
        <p:spPr>
          <a:xfrm>
            <a:off x="457200" y="1524000"/>
            <a:ext cx="8229600" cy="4952999"/>
          </a:xfrm>
        </p:spPr>
        <p:txBody>
          <a:bodyPr/>
          <a:lstStyle/>
          <a:p>
            <a:pPr algn="just"/>
            <a:r>
              <a:rPr lang="vi-VN" sz="2300" dirty="0"/>
              <a:t>Trong xã hội hiện đại, hệ </a:t>
            </a:r>
            <a:r>
              <a:rPr lang="en-US" sz="2300" dirty="0" err="1" smtClean="0"/>
              <a:t>thống</a:t>
            </a:r>
            <a:r>
              <a:rPr lang="en-US" sz="2300" dirty="0" smtClean="0"/>
              <a:t> </a:t>
            </a:r>
            <a:r>
              <a:rPr lang="en-US" sz="2300" dirty="0" err="1" smtClean="0"/>
              <a:t>gợi</a:t>
            </a:r>
            <a:r>
              <a:rPr lang="en-US" sz="2300" dirty="0" smtClean="0"/>
              <a:t> ý </a:t>
            </a:r>
            <a:r>
              <a:rPr lang="vi-VN" sz="2300" dirty="0" smtClean="0"/>
              <a:t>(recommendation </a:t>
            </a:r>
            <a:r>
              <a:rPr lang="vi-VN" sz="2300" dirty="0"/>
              <a:t>systems) đóng vai trò không thể thiếu trong cuộc sống hàng ngày của mọi </a:t>
            </a:r>
            <a:r>
              <a:rPr lang="vi-VN" sz="2300" dirty="0" smtClean="0"/>
              <a:t>người</a:t>
            </a:r>
            <a:endParaRPr lang="en-US" sz="2300" dirty="0"/>
          </a:p>
          <a:p>
            <a:pPr algn="just"/>
            <a:r>
              <a:rPr lang="en-US" sz="2300" dirty="0">
                <a:ea typeface="Times New Roman" panose="02020603050405020304" pitchFamily="18" charset="0"/>
              </a:rPr>
              <a:t>P</a:t>
            </a:r>
            <a:r>
              <a:rPr lang="vi-VN" sz="2300" dirty="0" smtClean="0">
                <a:ea typeface="Times New Roman" panose="02020603050405020304" pitchFamily="18" charset="0"/>
              </a:rPr>
              <a:t>hương </a:t>
            </a:r>
            <a:r>
              <a:rPr lang="vi-VN" sz="2300" dirty="0">
                <a:ea typeface="Times New Roman" panose="02020603050405020304" pitchFamily="18" charset="0"/>
              </a:rPr>
              <a:t>pháp lọc cộng tác (Collaborative Filtering) đã chứng minh hiệu quả trong việc dự đoán hành vi của người dùng. Tuy nhiên, các phương pháp lọc cộng tác truyền thống gặp phải một số hạn chế, đặc biệt là trong việc khai thác thông tin từ cấu trúc mối quan hệ phức tạp giữa người dùng và sản phẩm, dịch vụ, thông tin được gợi ý</a:t>
            </a:r>
            <a:endParaRPr lang="en-US" sz="2300" dirty="0"/>
          </a:p>
          <a:p>
            <a:pPr marL="0" indent="0" algn="just">
              <a:buNone/>
            </a:pPr>
            <a:r>
              <a:rPr lang="en-US" sz="2300" dirty="0"/>
              <a:t>=&gt; </a:t>
            </a:r>
            <a:r>
              <a:rPr lang="en-US" sz="2300" dirty="0" err="1"/>
              <a:t>Vì</a:t>
            </a:r>
            <a:r>
              <a:rPr lang="en-US" sz="2300" dirty="0"/>
              <a:t> </a:t>
            </a:r>
            <a:r>
              <a:rPr lang="en-US" sz="2300" dirty="0" err="1"/>
              <a:t>vậy</a:t>
            </a:r>
            <a:r>
              <a:rPr lang="en-US" sz="2300" dirty="0"/>
              <a:t>, v</a:t>
            </a:r>
            <a:r>
              <a:rPr lang="vi-VN" sz="2300" dirty="0"/>
              <a:t>iệc </a:t>
            </a:r>
            <a:r>
              <a:rPr lang="en-US" sz="2300" dirty="0" err="1" smtClean="0"/>
              <a:t>áp</a:t>
            </a:r>
            <a:r>
              <a:rPr lang="en-US" sz="2300" dirty="0" smtClean="0"/>
              <a:t> </a:t>
            </a:r>
            <a:r>
              <a:rPr lang="en-US" sz="2300" dirty="0" err="1" smtClean="0"/>
              <a:t>dụng</a:t>
            </a:r>
            <a:r>
              <a:rPr lang="en-US" sz="2300" dirty="0" smtClean="0"/>
              <a:t> Graph Neural Networks vào </a:t>
            </a:r>
            <a:r>
              <a:rPr lang="en-US" sz="2300" dirty="0" err="1" smtClean="0"/>
              <a:t>hệ</a:t>
            </a:r>
            <a:r>
              <a:rPr lang="en-US" sz="2300" dirty="0" smtClean="0"/>
              <a:t> </a:t>
            </a:r>
            <a:r>
              <a:rPr lang="en-US" sz="2300" dirty="0" err="1" smtClean="0"/>
              <a:t>thống</a:t>
            </a:r>
            <a:r>
              <a:rPr lang="en-US" sz="2300" dirty="0" smtClean="0"/>
              <a:t> </a:t>
            </a:r>
            <a:r>
              <a:rPr lang="en-US" sz="2300" dirty="0" err="1" smtClean="0"/>
              <a:t>gợi</a:t>
            </a:r>
            <a:r>
              <a:rPr lang="en-US" sz="2300" dirty="0" smtClean="0"/>
              <a:t> ý để </a:t>
            </a:r>
            <a:r>
              <a:rPr lang="en-US" sz="2300" dirty="0" err="1" smtClean="0"/>
              <a:t>khai</a:t>
            </a:r>
            <a:r>
              <a:rPr lang="en-US" sz="2300" dirty="0" smtClean="0"/>
              <a:t> </a:t>
            </a:r>
            <a:r>
              <a:rPr lang="en-US" sz="2300" dirty="0" err="1" smtClean="0"/>
              <a:t>thác</a:t>
            </a:r>
            <a:r>
              <a:rPr lang="en-US" sz="2300" dirty="0" smtClean="0"/>
              <a:t>, học các </a:t>
            </a:r>
            <a:r>
              <a:rPr lang="en-US" sz="2300" dirty="0" err="1" smtClean="0"/>
              <a:t>đặc</a:t>
            </a:r>
            <a:r>
              <a:rPr lang="en-US" sz="2300" dirty="0" smtClean="0"/>
              <a:t> </a:t>
            </a:r>
            <a:r>
              <a:rPr lang="en-US" sz="2300" dirty="0" err="1" smtClean="0"/>
              <a:t>trưng</a:t>
            </a:r>
            <a:r>
              <a:rPr lang="en-US" sz="2300" dirty="0" smtClean="0"/>
              <a:t> </a:t>
            </a:r>
            <a:r>
              <a:rPr lang="en-US" sz="2300" dirty="0" err="1" smtClean="0"/>
              <a:t>sâu</a:t>
            </a:r>
            <a:r>
              <a:rPr lang="en-US" sz="2300" dirty="0" smtClean="0"/>
              <a:t> </a:t>
            </a:r>
            <a:r>
              <a:rPr lang="en-US" sz="2300" dirty="0" err="1" smtClean="0"/>
              <a:t>hơn</a:t>
            </a:r>
            <a:r>
              <a:rPr lang="en-US" sz="2300" dirty="0" smtClean="0"/>
              <a:t> của </a:t>
            </a:r>
            <a:r>
              <a:rPr lang="en-US" sz="2300" dirty="0" err="1" smtClean="0"/>
              <a:t>dữ</a:t>
            </a:r>
            <a:r>
              <a:rPr lang="en-US" sz="2300" dirty="0" smtClean="0"/>
              <a:t> liệu, từ đó </a:t>
            </a:r>
            <a:r>
              <a:rPr lang="en-US" sz="2300" dirty="0" err="1" smtClean="0"/>
              <a:t>cải</a:t>
            </a:r>
            <a:r>
              <a:rPr lang="en-US" sz="2300" dirty="0" smtClean="0"/>
              <a:t> </a:t>
            </a:r>
            <a:r>
              <a:rPr lang="en-US" sz="2300" dirty="0" err="1" smtClean="0"/>
              <a:t>thiện</a:t>
            </a:r>
            <a:r>
              <a:rPr lang="en-US" sz="2300" dirty="0" smtClean="0"/>
              <a:t> </a:t>
            </a:r>
            <a:r>
              <a:rPr lang="en-US" sz="2300" dirty="0" err="1" smtClean="0"/>
              <a:t>hiệu</a:t>
            </a:r>
            <a:r>
              <a:rPr lang="en-US" sz="2300" dirty="0" smtClean="0"/>
              <a:t> </a:t>
            </a:r>
            <a:r>
              <a:rPr lang="en-US" sz="2300" dirty="0" err="1" smtClean="0"/>
              <a:t>suất</a:t>
            </a:r>
            <a:r>
              <a:rPr lang="en-US" sz="2300" dirty="0" smtClean="0"/>
              <a:t>, </a:t>
            </a:r>
            <a:r>
              <a:rPr lang="en-US" sz="2300" dirty="0" err="1" smtClean="0"/>
              <a:t>độ</a:t>
            </a:r>
            <a:r>
              <a:rPr lang="en-US" sz="2300" dirty="0" smtClean="0"/>
              <a:t> chính xác và tính </a:t>
            </a:r>
            <a:r>
              <a:rPr lang="en-US" sz="2300" dirty="0" err="1" smtClean="0"/>
              <a:t>cá</a:t>
            </a:r>
            <a:r>
              <a:rPr lang="en-US" sz="2300" dirty="0" smtClean="0"/>
              <a:t> </a:t>
            </a:r>
            <a:r>
              <a:rPr lang="en-US" sz="2300" dirty="0" err="1" smtClean="0"/>
              <a:t>nhân</a:t>
            </a:r>
            <a:r>
              <a:rPr lang="en-US" sz="2300" dirty="0" smtClean="0"/>
              <a:t> </a:t>
            </a:r>
            <a:r>
              <a:rPr lang="en-US" sz="2300" dirty="0" err="1" smtClean="0"/>
              <a:t>hóa</a:t>
            </a:r>
            <a:r>
              <a:rPr lang="en-US" sz="2300" dirty="0" smtClean="0"/>
              <a:t> là </a:t>
            </a:r>
            <a:r>
              <a:rPr lang="en-US" sz="2300" dirty="0" err="1" smtClean="0"/>
              <a:t>rất</a:t>
            </a:r>
            <a:r>
              <a:rPr lang="en-US" sz="2300" dirty="0" smtClean="0"/>
              <a:t> </a:t>
            </a:r>
            <a:r>
              <a:rPr lang="en-US" sz="2300" dirty="0" err="1" smtClean="0"/>
              <a:t>quan</a:t>
            </a:r>
            <a:r>
              <a:rPr lang="en-US" sz="2300" dirty="0" smtClean="0"/>
              <a:t> </a:t>
            </a:r>
            <a:r>
              <a:rPr lang="en-US" sz="2300" dirty="0" err="1" smtClean="0"/>
              <a:t>trọng</a:t>
            </a:r>
            <a:r>
              <a:rPr lang="en-US" sz="2300" dirty="0" smtClean="0"/>
              <a:t>.</a:t>
            </a:r>
            <a:endParaRPr lang="vi-VN" sz="2300" dirty="0"/>
          </a:p>
        </p:txBody>
      </p:sp>
      <p:sp>
        <p:nvSpPr>
          <p:cNvPr id="4" name="Slide Number Placeholder 3"/>
          <p:cNvSpPr>
            <a:spLocks noGrp="1"/>
          </p:cNvSpPr>
          <p:nvPr>
            <p:ph type="sldNum" sz="quarter" idx="4"/>
          </p:nvPr>
        </p:nvSpPr>
        <p:spPr/>
        <p:txBody>
          <a:bodyPr/>
          <a:lstStyle/>
          <a:p>
            <a:fld id="{925B38C4-721A-4685-9BEE-2F0D27C994C9}" type="slidenum">
              <a:rPr lang="en-US" altLang="vi-VN" smtClean="0"/>
              <a:pPr/>
              <a:t>3</a:t>
            </a:fld>
            <a:endParaRPr lang="en-US" altLang="vi-VN"/>
          </a:p>
        </p:txBody>
      </p:sp>
    </p:spTree>
    <p:extLst>
      <p:ext uri="{BB962C8B-B14F-4D97-AF65-F5344CB8AC3E}">
        <p14:creationId xmlns:p14="http://schemas.microsoft.com/office/powerpoint/2010/main" val="19438064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164"/>
            <a:ext cx="8229600" cy="1143000"/>
          </a:xfrm>
        </p:spPr>
        <p:txBody>
          <a:bodyPr/>
          <a:lstStyle/>
          <a:p>
            <a:r>
              <a:rPr lang="vi-VN" dirty="0"/>
              <a:t>MỤC TIÊU NGHIÊN CỨU</a:t>
            </a:r>
          </a:p>
        </p:txBody>
      </p:sp>
      <p:sp>
        <p:nvSpPr>
          <p:cNvPr id="3" name="Content Placeholder 2"/>
          <p:cNvSpPr>
            <a:spLocks noGrp="1"/>
          </p:cNvSpPr>
          <p:nvPr>
            <p:ph idx="1"/>
          </p:nvPr>
        </p:nvSpPr>
        <p:spPr/>
        <p:txBody>
          <a:bodyPr/>
          <a:lstStyle/>
          <a:p>
            <a:r>
              <a:rPr lang="vi-VN" sz="2800" dirty="0"/>
              <a:t>Tìm hiểu giải pháp</a:t>
            </a:r>
          </a:p>
          <a:p>
            <a:r>
              <a:rPr lang="en-US" sz="2800" dirty="0"/>
              <a:t>T</a:t>
            </a:r>
            <a:r>
              <a:rPr lang="vi-VN" sz="2800" dirty="0"/>
              <a:t>ối ưu hóa việc ứng dụng </a:t>
            </a:r>
            <a:r>
              <a:rPr lang="en-US" sz="2800" dirty="0" smtClean="0"/>
              <a:t>Graph Neural Networks vào </a:t>
            </a:r>
            <a:r>
              <a:rPr lang="en-US" sz="2800" dirty="0" err="1" smtClean="0"/>
              <a:t>hệ</a:t>
            </a:r>
            <a:r>
              <a:rPr lang="en-US" sz="2800" dirty="0" smtClean="0"/>
              <a:t> </a:t>
            </a:r>
            <a:r>
              <a:rPr lang="en-US" sz="2800" dirty="0" err="1" smtClean="0"/>
              <a:t>thống</a:t>
            </a:r>
            <a:r>
              <a:rPr lang="en-US" sz="2800" dirty="0" smtClean="0"/>
              <a:t> </a:t>
            </a:r>
            <a:r>
              <a:rPr lang="en-US" sz="2800" dirty="0" err="1" smtClean="0"/>
              <a:t>gợi</a:t>
            </a:r>
            <a:r>
              <a:rPr lang="en-US" sz="2800" dirty="0" smtClean="0"/>
              <a:t> ý</a:t>
            </a:r>
          </a:p>
          <a:p>
            <a:r>
              <a:rPr lang="en-US" sz="2800" dirty="0" err="1" smtClean="0"/>
              <a:t>Áp</a:t>
            </a:r>
            <a:r>
              <a:rPr lang="en-US" sz="2800" dirty="0" smtClean="0"/>
              <a:t> </a:t>
            </a:r>
            <a:r>
              <a:rPr lang="en-US" sz="2800" dirty="0" err="1"/>
              <a:t>dụng</a:t>
            </a:r>
            <a:r>
              <a:rPr lang="en-US" sz="2800" dirty="0"/>
              <a:t> </a:t>
            </a:r>
            <a:r>
              <a:rPr lang="vi-VN" sz="2800" dirty="0" smtClean="0"/>
              <a:t>trong </a:t>
            </a:r>
            <a:r>
              <a:rPr lang="vi-VN" sz="2800" dirty="0"/>
              <a:t>việc giải quyết các bài </a:t>
            </a:r>
            <a:r>
              <a:rPr lang="vi-VN" sz="2800" dirty="0" smtClean="0"/>
              <a:t>toán</a:t>
            </a:r>
            <a:r>
              <a:rPr lang="en-US" sz="2800" dirty="0" smtClean="0"/>
              <a:t> </a:t>
            </a:r>
            <a:r>
              <a:rPr lang="en-US" sz="2800" dirty="0" err="1" smtClean="0"/>
              <a:t>gợi</a:t>
            </a:r>
            <a:r>
              <a:rPr lang="en-US" sz="2800" dirty="0" smtClean="0"/>
              <a:t> ý</a:t>
            </a:r>
            <a:endParaRPr lang="vi-VN" sz="2800" dirty="0"/>
          </a:p>
          <a:p>
            <a:r>
              <a:rPr lang="vi-VN" sz="2800" dirty="0"/>
              <a:t>Đánh giá kết quả thu được</a:t>
            </a:r>
          </a:p>
        </p:txBody>
      </p:sp>
      <p:sp>
        <p:nvSpPr>
          <p:cNvPr id="4" name="Slide Number Placeholder 3"/>
          <p:cNvSpPr>
            <a:spLocks noGrp="1"/>
          </p:cNvSpPr>
          <p:nvPr>
            <p:ph type="sldNum" sz="quarter" idx="4"/>
          </p:nvPr>
        </p:nvSpPr>
        <p:spPr/>
        <p:txBody>
          <a:bodyPr/>
          <a:lstStyle/>
          <a:p>
            <a:fld id="{925B38C4-721A-4685-9BEE-2F0D27C994C9}" type="slidenum">
              <a:rPr lang="en-US" altLang="vi-VN" smtClean="0"/>
              <a:pPr/>
              <a:t>4</a:t>
            </a:fld>
            <a:endParaRPr lang="en-US" altLang="vi-VN"/>
          </a:p>
        </p:txBody>
      </p:sp>
    </p:spTree>
    <p:extLst>
      <p:ext uri="{BB962C8B-B14F-4D97-AF65-F5344CB8AC3E}">
        <p14:creationId xmlns:p14="http://schemas.microsoft.com/office/powerpoint/2010/main" val="25045279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0164"/>
            <a:ext cx="8229600" cy="1143000"/>
          </a:xfrm>
        </p:spPr>
        <p:txBody>
          <a:bodyPr/>
          <a:lstStyle/>
          <a:p>
            <a:r>
              <a:rPr lang="en-US" altLang="en-US" sz="4000" dirty="0">
                <a:ea typeface="Tahoma" panose="020B0604030504040204" pitchFamily="34" charset="0"/>
                <a:cs typeface="Tahoma" panose="020B0604030504040204" pitchFamily="34" charset="0"/>
              </a:rPr>
              <a:t>PHƯƠNG PHÁP, PHẠM VI, ĐỐI TƯỢNG NGHIÊN CỨU</a:t>
            </a:r>
          </a:p>
        </p:txBody>
      </p:sp>
      <p:sp>
        <p:nvSpPr>
          <p:cNvPr id="3" name="Content Placeholder 2"/>
          <p:cNvSpPr>
            <a:spLocks noGrp="1"/>
          </p:cNvSpPr>
          <p:nvPr>
            <p:ph idx="1"/>
          </p:nvPr>
        </p:nvSpPr>
        <p:spPr/>
        <p:txBody>
          <a:bodyPr/>
          <a:lstStyle/>
          <a:p>
            <a:pPr marL="342900" lvl="1" indent="-342900">
              <a:buFontTx/>
              <a:buChar char="•"/>
            </a:pPr>
            <a:r>
              <a:rPr lang="vi-VN" dirty="0"/>
              <a:t>Đối tượng nghiên cứu của đề </a:t>
            </a:r>
            <a:r>
              <a:rPr lang="en-US" dirty="0" smtClean="0"/>
              <a:t>án</a:t>
            </a:r>
            <a:r>
              <a:rPr lang="vi-VN" dirty="0" smtClean="0"/>
              <a:t>:</a:t>
            </a:r>
            <a:r>
              <a:rPr lang="en-US" dirty="0" smtClean="0"/>
              <a:t> </a:t>
            </a:r>
            <a:r>
              <a:rPr lang="en-US" dirty="0"/>
              <a:t>Á</a:t>
            </a:r>
            <a:r>
              <a:rPr lang="vi-VN" dirty="0" smtClean="0"/>
              <a:t>p dụng </a:t>
            </a:r>
            <a:r>
              <a:rPr lang="en-US" dirty="0" err="1" smtClean="0"/>
              <a:t>phương</a:t>
            </a:r>
            <a:r>
              <a:rPr lang="en-US" dirty="0" smtClean="0"/>
              <a:t> </a:t>
            </a:r>
            <a:r>
              <a:rPr lang="en-US" dirty="0" err="1" smtClean="0"/>
              <a:t>pháp</a:t>
            </a:r>
            <a:r>
              <a:rPr lang="en-US" dirty="0" smtClean="0"/>
              <a:t> </a:t>
            </a:r>
            <a:r>
              <a:rPr lang="en-US" dirty="0" err="1" smtClean="0"/>
              <a:t>lọc</a:t>
            </a:r>
            <a:r>
              <a:rPr lang="en-US" dirty="0" smtClean="0"/>
              <a:t> </a:t>
            </a:r>
            <a:r>
              <a:rPr lang="en-US" dirty="0" err="1" smtClean="0"/>
              <a:t>cộng</a:t>
            </a:r>
            <a:r>
              <a:rPr lang="en-US" dirty="0" smtClean="0"/>
              <a:t> </a:t>
            </a:r>
            <a:r>
              <a:rPr lang="en-US" dirty="0" err="1" smtClean="0"/>
              <a:t>tác</a:t>
            </a:r>
            <a:r>
              <a:rPr lang="en-US" dirty="0" smtClean="0"/>
              <a:t> </a:t>
            </a:r>
            <a:r>
              <a:rPr lang="en-US" dirty="0" err="1" smtClean="0"/>
              <a:t>kết</a:t>
            </a:r>
            <a:r>
              <a:rPr lang="en-US" dirty="0" smtClean="0"/>
              <a:t> </a:t>
            </a:r>
            <a:r>
              <a:rPr lang="en-US" dirty="0" err="1" smtClean="0"/>
              <a:t>hợp</a:t>
            </a:r>
            <a:r>
              <a:rPr lang="en-US" dirty="0" smtClean="0"/>
              <a:t> </a:t>
            </a:r>
            <a:r>
              <a:rPr lang="en-US" dirty="0" err="1" smtClean="0"/>
              <a:t>GNNs</a:t>
            </a:r>
            <a:r>
              <a:rPr lang="en-US" dirty="0" smtClean="0"/>
              <a:t> vào </a:t>
            </a:r>
            <a:r>
              <a:rPr lang="en-US" dirty="0" err="1" smtClean="0"/>
              <a:t>hệ</a:t>
            </a:r>
            <a:r>
              <a:rPr lang="en-US" dirty="0" smtClean="0"/>
              <a:t> </a:t>
            </a:r>
            <a:r>
              <a:rPr lang="en-US" dirty="0" err="1" smtClean="0"/>
              <a:t>thống</a:t>
            </a:r>
            <a:r>
              <a:rPr lang="en-US" dirty="0" smtClean="0"/>
              <a:t> </a:t>
            </a:r>
            <a:r>
              <a:rPr lang="en-US" dirty="0" err="1" smtClean="0"/>
              <a:t>gợi</a:t>
            </a:r>
            <a:r>
              <a:rPr lang="en-US" dirty="0" smtClean="0"/>
              <a:t> ý</a:t>
            </a:r>
            <a:endParaRPr lang="vi-VN" dirty="0" smtClean="0"/>
          </a:p>
          <a:p>
            <a:pPr marL="342900" lvl="1" indent="-342900">
              <a:buFontTx/>
              <a:buChar char="•"/>
            </a:pPr>
            <a:r>
              <a:rPr lang="vi-VN" dirty="0" smtClean="0"/>
              <a:t>Phạm vi:</a:t>
            </a:r>
            <a:r>
              <a:rPr lang="en-US" dirty="0" smtClean="0"/>
              <a:t> </a:t>
            </a:r>
            <a:r>
              <a:rPr lang="vi-VN" dirty="0" smtClean="0"/>
              <a:t>Tập trung vào việc nghiên cứu </a:t>
            </a:r>
            <a:r>
              <a:rPr lang="en-US" dirty="0" err="1" smtClean="0"/>
              <a:t>cách</a:t>
            </a:r>
            <a:r>
              <a:rPr lang="en-US" dirty="0" smtClean="0"/>
              <a:t> </a:t>
            </a:r>
            <a:r>
              <a:rPr lang="en-US" dirty="0" err="1" smtClean="0"/>
              <a:t>kết</a:t>
            </a:r>
            <a:r>
              <a:rPr lang="en-US" dirty="0" smtClean="0"/>
              <a:t> </a:t>
            </a:r>
            <a:r>
              <a:rPr lang="en-US" dirty="0" err="1" smtClean="0"/>
              <a:t>hợp</a:t>
            </a:r>
            <a:r>
              <a:rPr lang="en-US" dirty="0" smtClean="0"/>
              <a:t> </a:t>
            </a:r>
            <a:r>
              <a:rPr lang="en-US" dirty="0" err="1" smtClean="0"/>
              <a:t>GNNs</a:t>
            </a:r>
            <a:r>
              <a:rPr lang="en-US" dirty="0" smtClean="0"/>
              <a:t> và </a:t>
            </a:r>
            <a:r>
              <a:rPr lang="en-US" dirty="0" err="1" smtClean="0"/>
              <a:t>lọc</a:t>
            </a:r>
            <a:r>
              <a:rPr lang="en-US" dirty="0" smtClean="0"/>
              <a:t> </a:t>
            </a:r>
            <a:r>
              <a:rPr lang="en-US" dirty="0" err="1" smtClean="0"/>
              <a:t>cộng</a:t>
            </a:r>
            <a:r>
              <a:rPr lang="en-US" dirty="0" smtClean="0"/>
              <a:t> </a:t>
            </a:r>
            <a:r>
              <a:rPr lang="en-US" dirty="0" err="1" smtClean="0"/>
              <a:t>tác</a:t>
            </a:r>
            <a:endParaRPr lang="vi-VN" dirty="0" smtClean="0"/>
          </a:p>
          <a:p>
            <a:pPr marL="342900" lvl="1" indent="-342900">
              <a:buFontTx/>
              <a:buChar char="•"/>
            </a:pPr>
            <a:r>
              <a:rPr lang="vi-VN" dirty="0" smtClean="0"/>
              <a:t>Phương </a:t>
            </a:r>
            <a:r>
              <a:rPr lang="vi-VN" dirty="0"/>
              <a:t>pháp nghiên cứu: Kết hợp giữa lý thuyết và thực nghiệm thực t</a:t>
            </a:r>
            <a:r>
              <a:rPr lang="en-US" dirty="0"/>
              <a:t>ế, t</a:t>
            </a:r>
            <a:r>
              <a:rPr lang="vi-VN" dirty="0"/>
              <a:t>ối ưu hóa mô hình </a:t>
            </a:r>
            <a:r>
              <a:rPr lang="vi-VN" dirty="0" smtClean="0"/>
              <a:t>để </a:t>
            </a:r>
            <a:r>
              <a:rPr lang="vi-VN" dirty="0"/>
              <a:t>đạt được hiệu suất tốt nhất</a:t>
            </a:r>
            <a:endParaRPr lang="vi-VN" sz="2400" dirty="0"/>
          </a:p>
          <a:p>
            <a:endParaRPr lang="en-US" dirty="0"/>
          </a:p>
          <a:p>
            <a:endParaRPr lang="vi-VN" dirty="0"/>
          </a:p>
        </p:txBody>
      </p:sp>
      <p:sp>
        <p:nvSpPr>
          <p:cNvPr id="4" name="Slide Number Placeholder 3"/>
          <p:cNvSpPr>
            <a:spLocks noGrp="1"/>
          </p:cNvSpPr>
          <p:nvPr>
            <p:ph type="sldNum" sz="quarter" idx="4"/>
          </p:nvPr>
        </p:nvSpPr>
        <p:spPr/>
        <p:txBody>
          <a:bodyPr/>
          <a:lstStyle/>
          <a:p>
            <a:fld id="{925B38C4-721A-4685-9BEE-2F0D27C994C9}" type="slidenum">
              <a:rPr lang="en-US" altLang="vi-VN" smtClean="0"/>
              <a:pPr/>
              <a:t>5</a:t>
            </a:fld>
            <a:endParaRPr lang="en-US" altLang="vi-VN"/>
          </a:p>
        </p:txBody>
      </p:sp>
    </p:spTree>
    <p:extLst>
      <p:ext uri="{BB962C8B-B14F-4D97-AF65-F5344CB8AC3E}">
        <p14:creationId xmlns:p14="http://schemas.microsoft.com/office/powerpoint/2010/main" val="14485829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500" y="30164"/>
            <a:ext cx="8229600" cy="1143000"/>
          </a:xfrm>
        </p:spPr>
        <p:txBody>
          <a:bodyPr/>
          <a:lstStyle/>
          <a:p>
            <a:r>
              <a:rPr lang="vi-VN" dirty="0"/>
              <a:t>BỐ CỤC </a:t>
            </a:r>
            <a:r>
              <a:rPr lang="en-US" dirty="0" smtClean="0"/>
              <a:t>ĐỀ ÁN</a:t>
            </a:r>
            <a:endParaRPr lang="vi-VN" dirty="0"/>
          </a:p>
        </p:txBody>
      </p:sp>
      <p:sp>
        <p:nvSpPr>
          <p:cNvPr id="3" name="Content Placeholder 2"/>
          <p:cNvSpPr>
            <a:spLocks noGrp="1"/>
          </p:cNvSpPr>
          <p:nvPr>
            <p:ph idx="1"/>
          </p:nvPr>
        </p:nvSpPr>
        <p:spPr>
          <a:xfrm>
            <a:off x="457200" y="1600200"/>
            <a:ext cx="8458200" cy="4525963"/>
          </a:xfrm>
        </p:spPr>
        <p:txBody>
          <a:bodyPr/>
          <a:lstStyle/>
          <a:p>
            <a:r>
              <a:rPr lang="vi-VN" sz="2800" b="1" dirty="0"/>
              <a:t>Chương 1</a:t>
            </a:r>
            <a:r>
              <a:rPr lang="vi-VN" sz="2800" dirty="0"/>
              <a:t>: </a:t>
            </a:r>
            <a:r>
              <a:rPr lang="en-US" sz="2800" dirty="0" err="1" smtClean="0"/>
              <a:t>Tổng</a:t>
            </a:r>
            <a:r>
              <a:rPr lang="en-US" sz="2800" dirty="0" smtClean="0"/>
              <a:t> </a:t>
            </a:r>
            <a:r>
              <a:rPr lang="en-US" sz="2800" dirty="0" err="1" smtClean="0"/>
              <a:t>quan</a:t>
            </a:r>
            <a:r>
              <a:rPr lang="en-US" sz="2800" dirty="0" smtClean="0"/>
              <a:t> về </a:t>
            </a:r>
            <a:r>
              <a:rPr lang="en-US" sz="2800" dirty="0" err="1" smtClean="0"/>
              <a:t>hệ</a:t>
            </a:r>
            <a:r>
              <a:rPr lang="en-US" sz="2800" dirty="0" smtClean="0"/>
              <a:t> </a:t>
            </a:r>
            <a:r>
              <a:rPr lang="en-US" sz="2800" dirty="0" err="1" smtClean="0"/>
              <a:t>thống</a:t>
            </a:r>
            <a:r>
              <a:rPr lang="en-US" sz="2800" dirty="0" smtClean="0"/>
              <a:t> </a:t>
            </a:r>
            <a:r>
              <a:rPr lang="en-US" sz="2800" dirty="0" err="1" smtClean="0"/>
              <a:t>gợi</a:t>
            </a:r>
            <a:r>
              <a:rPr lang="en-US" sz="2800" dirty="0" smtClean="0"/>
              <a:t> ý</a:t>
            </a:r>
            <a:endParaRPr lang="vi-VN" sz="2800" dirty="0"/>
          </a:p>
          <a:p>
            <a:r>
              <a:rPr lang="vi-VN" sz="2800" b="1" dirty="0"/>
              <a:t>Chương 2:</a:t>
            </a:r>
            <a:r>
              <a:rPr lang="en-US" sz="2800" b="1" dirty="0"/>
              <a:t> </a:t>
            </a:r>
            <a:r>
              <a:rPr lang="en-US" sz="2800" dirty="0" err="1" smtClean="0"/>
              <a:t>Lọc</a:t>
            </a:r>
            <a:r>
              <a:rPr lang="en-US" sz="2800" dirty="0" smtClean="0"/>
              <a:t> </a:t>
            </a:r>
            <a:r>
              <a:rPr lang="en-US" sz="2800" dirty="0" err="1" smtClean="0"/>
              <a:t>cộng</a:t>
            </a:r>
            <a:r>
              <a:rPr lang="en-US" sz="2800" dirty="0" smtClean="0"/>
              <a:t> </a:t>
            </a:r>
            <a:r>
              <a:rPr lang="en-US" sz="2800" dirty="0" err="1" smtClean="0"/>
              <a:t>tác</a:t>
            </a:r>
            <a:r>
              <a:rPr lang="en-US" sz="2800" dirty="0" smtClean="0"/>
              <a:t> </a:t>
            </a:r>
            <a:r>
              <a:rPr lang="en-US" sz="2800" dirty="0" err="1" smtClean="0"/>
              <a:t>dựa</a:t>
            </a:r>
            <a:r>
              <a:rPr lang="en-US" sz="2800" dirty="0" smtClean="0"/>
              <a:t> trên Graph Neural Networks</a:t>
            </a:r>
            <a:endParaRPr lang="vi-VN" sz="2800" dirty="0"/>
          </a:p>
          <a:p>
            <a:r>
              <a:rPr lang="vi-VN" sz="2800" b="1" dirty="0"/>
              <a:t>Chương 3:</a:t>
            </a:r>
            <a:r>
              <a:rPr lang="en-US" sz="2800" b="1" dirty="0"/>
              <a:t> </a:t>
            </a:r>
            <a:r>
              <a:rPr lang="en-US" sz="2800" dirty="0" smtClean="0"/>
              <a:t>Thực </a:t>
            </a:r>
            <a:r>
              <a:rPr lang="en-US" sz="2800" dirty="0" err="1" smtClean="0"/>
              <a:t>nghiệm</a:t>
            </a:r>
            <a:r>
              <a:rPr lang="en-US" sz="2800" dirty="0" smtClean="0"/>
              <a:t> và </a:t>
            </a:r>
            <a:r>
              <a:rPr lang="en-US" sz="2800" dirty="0" err="1" smtClean="0"/>
              <a:t>kết</a:t>
            </a:r>
            <a:r>
              <a:rPr lang="en-US" sz="2800" dirty="0" smtClean="0"/>
              <a:t> </a:t>
            </a:r>
            <a:r>
              <a:rPr lang="en-US" sz="2800" dirty="0" err="1" smtClean="0"/>
              <a:t>quả</a:t>
            </a:r>
            <a:endParaRPr lang="vi-VN" sz="2800" dirty="0"/>
          </a:p>
        </p:txBody>
      </p:sp>
      <p:sp>
        <p:nvSpPr>
          <p:cNvPr id="4" name="Slide Number Placeholder 3"/>
          <p:cNvSpPr>
            <a:spLocks noGrp="1"/>
          </p:cNvSpPr>
          <p:nvPr>
            <p:ph type="sldNum" sz="quarter" idx="4"/>
          </p:nvPr>
        </p:nvSpPr>
        <p:spPr/>
        <p:txBody>
          <a:bodyPr/>
          <a:lstStyle/>
          <a:p>
            <a:fld id="{925B38C4-721A-4685-9BEE-2F0D27C994C9}" type="slidenum">
              <a:rPr lang="en-US" altLang="vi-VN" smtClean="0"/>
              <a:pPr/>
              <a:t>6</a:t>
            </a:fld>
            <a:endParaRPr lang="en-US" altLang="vi-VN"/>
          </a:p>
        </p:txBody>
      </p:sp>
    </p:spTree>
    <p:extLst>
      <p:ext uri="{BB962C8B-B14F-4D97-AF65-F5344CB8AC3E}">
        <p14:creationId xmlns:p14="http://schemas.microsoft.com/office/powerpoint/2010/main" val="9243130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3577" y="32238"/>
            <a:ext cx="8229600" cy="1143000"/>
          </a:xfrm>
        </p:spPr>
        <p:txBody>
          <a:bodyPr/>
          <a:lstStyle/>
          <a:p>
            <a:r>
              <a:rPr lang="en-US" dirty="0" err="1"/>
              <a:t>NỘI</a:t>
            </a:r>
            <a:r>
              <a:rPr lang="en-US" dirty="0"/>
              <a:t> DUNG </a:t>
            </a:r>
            <a:r>
              <a:rPr lang="en-US" dirty="0" smtClean="0"/>
              <a:t>ĐỀ ÁN</a:t>
            </a:r>
            <a:endParaRPr lang="en-US" dirty="0"/>
          </a:p>
        </p:txBody>
      </p:sp>
      <p:sp>
        <p:nvSpPr>
          <p:cNvPr id="3" name="Content Placeholder 2"/>
          <p:cNvSpPr>
            <a:spLocks noGrp="1"/>
          </p:cNvSpPr>
          <p:nvPr>
            <p:ph idx="1"/>
          </p:nvPr>
        </p:nvSpPr>
        <p:spPr>
          <a:xfrm>
            <a:off x="457200" y="1600200"/>
            <a:ext cx="8229600" cy="4876800"/>
          </a:xfrm>
        </p:spPr>
        <p:txBody>
          <a:bodyPr/>
          <a:lstStyle/>
          <a:p>
            <a:pPr marL="0" indent="0">
              <a:buNone/>
            </a:pPr>
            <a:r>
              <a:rPr lang="vi-VN" sz="2300" b="1" dirty="0"/>
              <a:t>CHƯƠNG 1: TỔNG QUAN VỀ HỆ </a:t>
            </a:r>
            <a:r>
              <a:rPr lang="vi-VN" sz="2300" b="1" dirty="0" smtClean="0"/>
              <a:t>T</a:t>
            </a:r>
            <a:r>
              <a:rPr lang="en-US" sz="2300" b="1" dirty="0" err="1" smtClean="0"/>
              <a:t>HỐNG</a:t>
            </a:r>
            <a:r>
              <a:rPr lang="en-US" sz="2300" b="1" dirty="0" smtClean="0"/>
              <a:t> </a:t>
            </a:r>
            <a:r>
              <a:rPr lang="en-US" sz="2300" b="1" dirty="0" err="1" smtClean="0"/>
              <a:t>GỢI</a:t>
            </a:r>
            <a:r>
              <a:rPr lang="en-US" sz="2300" b="1" dirty="0" smtClean="0"/>
              <a:t> Ý</a:t>
            </a:r>
            <a:endParaRPr lang="en-US" sz="2300" b="1" dirty="0"/>
          </a:p>
          <a:p>
            <a:pPr lvl="0"/>
            <a:r>
              <a:rPr lang="vi-VN" sz="2300" dirty="0"/>
              <a:t>Giới thiệu tổng quan về hệ </a:t>
            </a:r>
            <a:r>
              <a:rPr lang="en-US" sz="2300" dirty="0" err="1" smtClean="0"/>
              <a:t>thống</a:t>
            </a:r>
            <a:r>
              <a:rPr lang="en-US" sz="2300" dirty="0" smtClean="0"/>
              <a:t> </a:t>
            </a:r>
            <a:r>
              <a:rPr lang="en-US" sz="2300" dirty="0" err="1" smtClean="0"/>
              <a:t>gợi</a:t>
            </a:r>
            <a:r>
              <a:rPr lang="en-US" sz="2300" dirty="0" smtClean="0"/>
              <a:t> ý </a:t>
            </a:r>
            <a:r>
              <a:rPr lang="vi-VN" sz="2300" dirty="0" smtClean="0"/>
              <a:t>và </a:t>
            </a:r>
            <a:r>
              <a:rPr lang="vi-VN" sz="2300" dirty="0"/>
              <a:t>các hướng tiếp cận trong hệ </a:t>
            </a:r>
            <a:r>
              <a:rPr lang="vi-VN" sz="2300" dirty="0" smtClean="0"/>
              <a:t>t</a:t>
            </a:r>
            <a:r>
              <a:rPr lang="en-US" sz="2300" dirty="0" err="1" smtClean="0"/>
              <a:t>hống</a:t>
            </a:r>
            <a:r>
              <a:rPr lang="en-US" sz="2300" dirty="0" smtClean="0"/>
              <a:t> </a:t>
            </a:r>
            <a:r>
              <a:rPr lang="en-US" sz="2300" dirty="0" err="1" smtClean="0"/>
              <a:t>gợi</a:t>
            </a:r>
            <a:r>
              <a:rPr lang="en-US" sz="2300" dirty="0" smtClean="0"/>
              <a:t> ý</a:t>
            </a:r>
            <a:r>
              <a:rPr lang="vi-VN" sz="2300" dirty="0" smtClean="0"/>
              <a:t>.</a:t>
            </a:r>
            <a:endParaRPr lang="vi-VN" sz="2300" dirty="0"/>
          </a:p>
          <a:p>
            <a:pPr lvl="0"/>
            <a:r>
              <a:rPr lang="vi-VN" sz="2300" dirty="0"/>
              <a:t>Nội dung chương 1 sẽ bố cục theo các mục sau:</a:t>
            </a:r>
          </a:p>
          <a:p>
            <a:pPr marL="457200" lvl="1" indent="0">
              <a:buNone/>
            </a:pPr>
            <a:r>
              <a:rPr lang="vi-VN" sz="2300" dirty="0" smtClean="0"/>
              <a:t>1.1.</a:t>
            </a:r>
            <a:r>
              <a:rPr lang="en-US" sz="2300" dirty="0" smtClean="0"/>
              <a:t> </a:t>
            </a:r>
            <a:r>
              <a:rPr lang="vi-VN" sz="2300" dirty="0" smtClean="0"/>
              <a:t>Giới </a:t>
            </a:r>
            <a:r>
              <a:rPr lang="vi-VN" sz="2300" dirty="0"/>
              <a:t>thiệu về hệ </a:t>
            </a:r>
            <a:r>
              <a:rPr lang="vi-VN" sz="2300" dirty="0" smtClean="0"/>
              <a:t>t</a:t>
            </a:r>
            <a:r>
              <a:rPr lang="en-US" sz="2300" dirty="0" err="1" smtClean="0"/>
              <a:t>hống</a:t>
            </a:r>
            <a:r>
              <a:rPr lang="en-US" sz="2300" dirty="0" smtClean="0"/>
              <a:t> </a:t>
            </a:r>
            <a:r>
              <a:rPr lang="en-US" sz="2300" dirty="0" err="1" smtClean="0"/>
              <a:t>gợi</a:t>
            </a:r>
            <a:r>
              <a:rPr lang="en-US" sz="2300" dirty="0" smtClean="0"/>
              <a:t> ý</a:t>
            </a:r>
            <a:endParaRPr lang="vi-VN" sz="2300" dirty="0"/>
          </a:p>
          <a:p>
            <a:pPr marL="457200" lvl="1" indent="0">
              <a:buNone/>
            </a:pPr>
            <a:r>
              <a:rPr lang="vi-VN" sz="2300" dirty="0"/>
              <a:t>1.2</a:t>
            </a:r>
            <a:r>
              <a:rPr lang="vi-VN" sz="2300" dirty="0" smtClean="0"/>
              <a:t>.</a:t>
            </a:r>
            <a:r>
              <a:rPr lang="en-US" sz="2300" dirty="0" smtClean="0"/>
              <a:t> </a:t>
            </a:r>
            <a:r>
              <a:rPr lang="vi-VN" sz="2300" dirty="0" smtClean="0"/>
              <a:t> Các </a:t>
            </a:r>
            <a:r>
              <a:rPr lang="vi-VN" sz="2300" dirty="0"/>
              <a:t>hướng tiếp </a:t>
            </a:r>
            <a:r>
              <a:rPr lang="vi-VN" sz="2300" dirty="0" smtClean="0"/>
              <a:t>cận</a:t>
            </a:r>
            <a:endParaRPr lang="en-US" sz="2300" dirty="0" smtClean="0"/>
          </a:p>
          <a:p>
            <a:pPr marL="457200" lvl="1" indent="0">
              <a:buNone/>
            </a:pPr>
            <a:r>
              <a:rPr lang="en-US" sz="2300" dirty="0" smtClean="0"/>
              <a:t>     </a:t>
            </a:r>
            <a:r>
              <a:rPr lang="vi-VN" sz="2300" dirty="0" smtClean="0"/>
              <a:t>1.2.1.</a:t>
            </a:r>
            <a:r>
              <a:rPr lang="en-US" sz="2300" dirty="0" smtClean="0"/>
              <a:t> </a:t>
            </a:r>
            <a:r>
              <a:rPr lang="en-US" sz="2300" dirty="0" err="1" smtClean="0"/>
              <a:t>Hệ</a:t>
            </a:r>
            <a:r>
              <a:rPr lang="en-US" sz="2300" dirty="0" smtClean="0"/>
              <a:t> </a:t>
            </a:r>
            <a:r>
              <a:rPr lang="en-US" sz="2300" dirty="0" err="1" smtClean="0"/>
              <a:t>thống</a:t>
            </a:r>
            <a:r>
              <a:rPr lang="en-US" sz="2300" dirty="0" smtClean="0"/>
              <a:t> </a:t>
            </a:r>
            <a:r>
              <a:rPr lang="en-US" sz="2300" dirty="0" err="1" smtClean="0"/>
              <a:t>gợi</a:t>
            </a:r>
            <a:r>
              <a:rPr lang="en-US" sz="2300" dirty="0" smtClean="0"/>
              <a:t> ý </a:t>
            </a:r>
            <a:r>
              <a:rPr lang="en-US" sz="2300" dirty="0" err="1" smtClean="0"/>
              <a:t>dựa</a:t>
            </a:r>
            <a:r>
              <a:rPr lang="en-US" sz="2300" dirty="0" smtClean="0"/>
              <a:t> trên </a:t>
            </a:r>
            <a:r>
              <a:rPr lang="en-US" sz="2300" dirty="0" err="1" smtClean="0"/>
              <a:t>nội</a:t>
            </a:r>
            <a:r>
              <a:rPr lang="en-US" sz="2300" dirty="0" smtClean="0"/>
              <a:t> dung</a:t>
            </a:r>
            <a:endParaRPr lang="en-US" sz="2300" dirty="0"/>
          </a:p>
          <a:p>
            <a:pPr marL="457200" lvl="1" indent="0">
              <a:buNone/>
            </a:pPr>
            <a:r>
              <a:rPr lang="en-US" sz="2300" dirty="0"/>
              <a:t> </a:t>
            </a:r>
            <a:r>
              <a:rPr lang="en-US" sz="2300" dirty="0" smtClean="0"/>
              <a:t>    </a:t>
            </a:r>
            <a:r>
              <a:rPr lang="vi-VN" sz="2300" dirty="0" smtClean="0"/>
              <a:t>1.2.2.</a:t>
            </a:r>
            <a:r>
              <a:rPr lang="en-US" sz="2300" dirty="0" smtClean="0"/>
              <a:t> </a:t>
            </a:r>
            <a:r>
              <a:rPr lang="en-US" sz="2300" dirty="0" err="1" smtClean="0"/>
              <a:t>Hệ</a:t>
            </a:r>
            <a:r>
              <a:rPr lang="en-US" sz="2300" dirty="0" smtClean="0"/>
              <a:t> </a:t>
            </a:r>
            <a:r>
              <a:rPr lang="en-US" sz="2300" dirty="0" err="1"/>
              <a:t>thống</a:t>
            </a:r>
            <a:r>
              <a:rPr lang="en-US" sz="2300" dirty="0"/>
              <a:t> </a:t>
            </a:r>
            <a:r>
              <a:rPr lang="en-US" sz="2300" dirty="0" err="1"/>
              <a:t>gợi</a:t>
            </a:r>
            <a:r>
              <a:rPr lang="en-US" sz="2300" dirty="0"/>
              <a:t> ý </a:t>
            </a:r>
            <a:r>
              <a:rPr lang="en-US" sz="2300" dirty="0" err="1"/>
              <a:t>dựa</a:t>
            </a:r>
            <a:r>
              <a:rPr lang="en-US" sz="2300" dirty="0"/>
              <a:t> trên </a:t>
            </a:r>
            <a:r>
              <a:rPr lang="en-US" sz="2300" dirty="0" err="1" smtClean="0"/>
              <a:t>lọc</a:t>
            </a:r>
            <a:r>
              <a:rPr lang="en-US" sz="2300" dirty="0" smtClean="0"/>
              <a:t> </a:t>
            </a:r>
            <a:r>
              <a:rPr lang="en-US" sz="2300" dirty="0" err="1" smtClean="0"/>
              <a:t>cộng</a:t>
            </a:r>
            <a:r>
              <a:rPr lang="en-US" sz="2300" dirty="0" smtClean="0"/>
              <a:t> </a:t>
            </a:r>
            <a:r>
              <a:rPr lang="en-US" sz="2300" dirty="0" err="1" smtClean="0"/>
              <a:t>tác</a:t>
            </a:r>
            <a:endParaRPr lang="en-US" sz="2300" dirty="0"/>
          </a:p>
          <a:p>
            <a:pPr marL="457200" lvl="1" indent="0">
              <a:buNone/>
            </a:pPr>
            <a:r>
              <a:rPr lang="en-US" sz="2300" dirty="0" smtClean="0"/>
              <a:t>     </a:t>
            </a:r>
            <a:r>
              <a:rPr lang="vi-VN" sz="2300" dirty="0" smtClean="0"/>
              <a:t>1.2.3.</a:t>
            </a:r>
            <a:r>
              <a:rPr lang="en-US" sz="2300" dirty="0" smtClean="0"/>
              <a:t> </a:t>
            </a:r>
            <a:r>
              <a:rPr lang="en-US" sz="2300" dirty="0" err="1" smtClean="0"/>
              <a:t>Hệ</a:t>
            </a:r>
            <a:r>
              <a:rPr lang="en-US" sz="2300" dirty="0" smtClean="0"/>
              <a:t> </a:t>
            </a:r>
            <a:r>
              <a:rPr lang="en-US" sz="2300" dirty="0" err="1" smtClean="0"/>
              <a:t>thống</a:t>
            </a:r>
            <a:r>
              <a:rPr lang="en-US" sz="2300" dirty="0" smtClean="0"/>
              <a:t> </a:t>
            </a:r>
            <a:r>
              <a:rPr lang="en-US" sz="2300" dirty="0" err="1" smtClean="0"/>
              <a:t>gợi</a:t>
            </a:r>
            <a:r>
              <a:rPr lang="en-US" sz="2300" dirty="0" smtClean="0"/>
              <a:t> ý </a:t>
            </a:r>
            <a:r>
              <a:rPr lang="en-US" sz="2300" dirty="0" err="1" smtClean="0"/>
              <a:t>kết</a:t>
            </a:r>
            <a:r>
              <a:rPr lang="en-US" sz="2300" dirty="0" smtClean="0"/>
              <a:t> </a:t>
            </a:r>
            <a:r>
              <a:rPr lang="en-US" sz="2300" dirty="0" err="1" smtClean="0"/>
              <a:t>hợp</a:t>
            </a:r>
            <a:endParaRPr lang="vi-VN" sz="2300" dirty="0"/>
          </a:p>
          <a:p>
            <a:pPr marL="457200" lvl="1" indent="0">
              <a:buNone/>
            </a:pPr>
            <a:r>
              <a:rPr lang="vi-VN" sz="2300" dirty="0" smtClean="0"/>
              <a:t>1.3. Kết </a:t>
            </a:r>
            <a:r>
              <a:rPr lang="vi-VN" sz="2300" dirty="0"/>
              <a:t>luận chương</a:t>
            </a:r>
          </a:p>
        </p:txBody>
      </p:sp>
      <p:sp>
        <p:nvSpPr>
          <p:cNvPr id="4" name="Slide Number Placeholder 3"/>
          <p:cNvSpPr>
            <a:spLocks noGrp="1"/>
          </p:cNvSpPr>
          <p:nvPr>
            <p:ph type="sldNum" sz="quarter" idx="4"/>
          </p:nvPr>
        </p:nvSpPr>
        <p:spPr/>
        <p:txBody>
          <a:bodyPr/>
          <a:lstStyle/>
          <a:p>
            <a:fld id="{925B38C4-721A-4685-9BEE-2F0D27C994C9}" type="slidenum">
              <a:rPr lang="en-US" altLang="vi-VN" smtClean="0"/>
              <a:pPr/>
              <a:t>7</a:t>
            </a:fld>
            <a:endParaRPr lang="en-US" altLang="vi-VN"/>
          </a:p>
        </p:txBody>
      </p:sp>
    </p:spTree>
    <p:extLst>
      <p:ext uri="{BB962C8B-B14F-4D97-AF65-F5344CB8AC3E}">
        <p14:creationId xmlns:p14="http://schemas.microsoft.com/office/powerpoint/2010/main" val="3112799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952999"/>
          </a:xfrm>
        </p:spPr>
        <p:txBody>
          <a:bodyPr/>
          <a:lstStyle/>
          <a:p>
            <a:pPr marL="0" indent="0">
              <a:buNone/>
            </a:pPr>
            <a:r>
              <a:rPr lang="vi-VN" sz="2300" b="1" dirty="0"/>
              <a:t>CHƯƠNG 2: </a:t>
            </a:r>
            <a:r>
              <a:rPr lang="en-US" sz="2300" b="1" dirty="0" smtClean="0"/>
              <a:t>LỌC </a:t>
            </a:r>
            <a:r>
              <a:rPr lang="en-US" sz="2300" b="1" dirty="0" err="1" smtClean="0"/>
              <a:t>CỘNG</a:t>
            </a:r>
            <a:r>
              <a:rPr lang="en-US" sz="2300" b="1" dirty="0" smtClean="0"/>
              <a:t> </a:t>
            </a:r>
            <a:r>
              <a:rPr lang="en-US" sz="2300" b="1" dirty="0" err="1" smtClean="0"/>
              <a:t>TÁC</a:t>
            </a:r>
            <a:r>
              <a:rPr lang="en-US" sz="2300" b="1" dirty="0" smtClean="0"/>
              <a:t> </a:t>
            </a:r>
            <a:r>
              <a:rPr lang="en-US" sz="2300" b="1" dirty="0" err="1" smtClean="0"/>
              <a:t>DỰA</a:t>
            </a:r>
            <a:r>
              <a:rPr lang="en-US" sz="2300" b="1" dirty="0" smtClean="0"/>
              <a:t> TRÊN GRAPH NEURAL </a:t>
            </a:r>
            <a:r>
              <a:rPr lang="en-US" sz="2300" b="1" dirty="0" err="1" smtClean="0"/>
              <a:t>NETWOKRS</a:t>
            </a:r>
            <a:endParaRPr lang="en-US" sz="2300" b="1" dirty="0"/>
          </a:p>
          <a:p>
            <a:pPr algn="just">
              <a:buFont typeface="Arial" panose="020B0604020202020204" pitchFamily="34" charset="0"/>
              <a:buChar char="•"/>
            </a:pPr>
            <a:r>
              <a:rPr lang="en-US" sz="2000" dirty="0" err="1">
                <a:effectLst/>
                <a:ea typeface="Times New Roman" panose="02020603050405020304" pitchFamily="18" charset="0"/>
              </a:rPr>
              <a:t>Giới</a:t>
            </a:r>
            <a:r>
              <a:rPr lang="en-US" sz="2000" dirty="0">
                <a:effectLst/>
                <a:ea typeface="Times New Roman" panose="02020603050405020304" pitchFamily="18" charset="0"/>
              </a:rPr>
              <a:t> </a:t>
            </a:r>
            <a:r>
              <a:rPr lang="en-US" sz="2000" dirty="0" err="1">
                <a:effectLst/>
                <a:ea typeface="Times New Roman" panose="02020603050405020304" pitchFamily="18" charset="0"/>
              </a:rPr>
              <a:t>thiệu</a:t>
            </a:r>
            <a:r>
              <a:rPr lang="en-US" sz="2000" dirty="0">
                <a:effectLst/>
                <a:ea typeface="Times New Roman" panose="02020603050405020304" pitchFamily="18" charset="0"/>
              </a:rPr>
              <a:t> </a:t>
            </a:r>
            <a:r>
              <a:rPr lang="en-US" sz="2000" dirty="0" err="1" smtClean="0">
                <a:ea typeface="Times New Roman" panose="02020603050405020304" pitchFamily="18" charset="0"/>
              </a:rPr>
              <a:t>tổng</a:t>
            </a:r>
            <a:r>
              <a:rPr lang="en-US" sz="2000" dirty="0" smtClean="0">
                <a:ea typeface="Times New Roman" panose="02020603050405020304" pitchFamily="18" charset="0"/>
              </a:rPr>
              <a:t> </a:t>
            </a:r>
            <a:r>
              <a:rPr lang="en-US" sz="2000" dirty="0" err="1" smtClean="0">
                <a:ea typeface="Times New Roman" panose="02020603050405020304" pitchFamily="18" charset="0"/>
              </a:rPr>
              <a:t>quan</a:t>
            </a:r>
            <a:r>
              <a:rPr lang="en-US" sz="2000" dirty="0" smtClean="0">
                <a:ea typeface="Times New Roman" panose="02020603050405020304" pitchFamily="18" charset="0"/>
              </a:rPr>
              <a:t> về </a:t>
            </a:r>
            <a:r>
              <a:rPr lang="en-US" sz="2000" dirty="0" err="1" smtClean="0">
                <a:ea typeface="Times New Roman" panose="02020603050405020304" pitchFamily="18" charset="0"/>
              </a:rPr>
              <a:t>phương</a:t>
            </a:r>
            <a:r>
              <a:rPr lang="en-US" sz="2000" dirty="0" smtClean="0">
                <a:ea typeface="Times New Roman" panose="02020603050405020304" pitchFamily="18" charset="0"/>
              </a:rPr>
              <a:t> </a:t>
            </a:r>
            <a:r>
              <a:rPr lang="en-US" sz="2000" dirty="0" err="1" smtClean="0">
                <a:ea typeface="Times New Roman" panose="02020603050405020304" pitchFamily="18" charset="0"/>
              </a:rPr>
              <a:t>pháp</a:t>
            </a:r>
            <a:r>
              <a:rPr lang="en-US" sz="2000" dirty="0" smtClean="0">
                <a:ea typeface="Times New Roman" panose="02020603050405020304" pitchFamily="18" charset="0"/>
              </a:rPr>
              <a:t> đồ </a:t>
            </a:r>
            <a:r>
              <a:rPr lang="en-US" sz="2000" dirty="0" err="1" smtClean="0">
                <a:ea typeface="Times New Roman" panose="02020603050405020304" pitchFamily="18" charset="0"/>
              </a:rPr>
              <a:t>thị</a:t>
            </a:r>
            <a:r>
              <a:rPr lang="en-US" sz="2000" dirty="0" smtClean="0">
                <a:ea typeface="Times New Roman" panose="02020603050405020304" pitchFamily="18" charset="0"/>
              </a:rPr>
              <a:t>, </a:t>
            </a:r>
            <a:r>
              <a:rPr lang="en-US" sz="2000" dirty="0" err="1" smtClean="0">
                <a:ea typeface="Times New Roman" panose="02020603050405020304" pitchFamily="18" charset="0"/>
              </a:rPr>
              <a:t>đưa</a:t>
            </a:r>
            <a:r>
              <a:rPr lang="en-US" sz="2000" dirty="0" smtClean="0">
                <a:ea typeface="Times New Roman" panose="02020603050405020304" pitchFamily="18" charset="0"/>
              </a:rPr>
              <a:t> </a:t>
            </a:r>
            <a:r>
              <a:rPr lang="en-US" sz="2000" dirty="0" err="1" smtClean="0">
                <a:ea typeface="Times New Roman" panose="02020603050405020304" pitchFamily="18" charset="0"/>
              </a:rPr>
              <a:t>ra</a:t>
            </a:r>
            <a:r>
              <a:rPr lang="en-US" sz="2000" dirty="0" smtClean="0">
                <a:ea typeface="Times New Roman" panose="02020603050405020304" pitchFamily="18" charset="0"/>
              </a:rPr>
              <a:t> </a:t>
            </a:r>
            <a:r>
              <a:rPr lang="en-US" sz="2000" dirty="0" err="1" smtClean="0">
                <a:ea typeface="Times New Roman" panose="02020603050405020304" pitchFamily="18" charset="0"/>
              </a:rPr>
              <a:t>phương</a:t>
            </a:r>
            <a:r>
              <a:rPr lang="en-US" sz="2000" dirty="0" smtClean="0">
                <a:ea typeface="Times New Roman" panose="02020603050405020304" pitchFamily="18" charset="0"/>
              </a:rPr>
              <a:t> </a:t>
            </a:r>
            <a:r>
              <a:rPr lang="en-US" sz="2000" dirty="0" err="1" smtClean="0">
                <a:ea typeface="Times New Roman" panose="02020603050405020304" pitchFamily="18" charset="0"/>
              </a:rPr>
              <a:t>pháp</a:t>
            </a:r>
            <a:r>
              <a:rPr lang="en-US" sz="2000" dirty="0" smtClean="0">
                <a:ea typeface="Times New Roman" panose="02020603050405020304" pitchFamily="18" charset="0"/>
              </a:rPr>
              <a:t> tiếp </a:t>
            </a:r>
            <a:r>
              <a:rPr lang="en-US" sz="2000" dirty="0" err="1" smtClean="0">
                <a:ea typeface="Times New Roman" panose="02020603050405020304" pitchFamily="18" charset="0"/>
              </a:rPr>
              <a:t>cận</a:t>
            </a:r>
            <a:r>
              <a:rPr lang="en-US" sz="2000" dirty="0" smtClean="0">
                <a:ea typeface="Times New Roman" panose="02020603050405020304" pitchFamily="18" charset="0"/>
              </a:rPr>
              <a:t> </a:t>
            </a:r>
            <a:r>
              <a:rPr lang="en-US" sz="2000" dirty="0" err="1" smtClean="0">
                <a:ea typeface="Times New Roman" panose="02020603050405020304" pitchFamily="18" charset="0"/>
              </a:rPr>
              <a:t>xử</a:t>
            </a:r>
            <a:r>
              <a:rPr lang="en-US" sz="2000" dirty="0" smtClean="0">
                <a:ea typeface="Times New Roman" panose="02020603050405020304" pitchFamily="18" charset="0"/>
              </a:rPr>
              <a:t> lý bài toán trong đề án</a:t>
            </a:r>
            <a:endParaRPr lang="en-US" sz="2000" dirty="0">
              <a:effectLst/>
              <a:ea typeface="Times New Roman" panose="02020603050405020304" pitchFamily="18" charset="0"/>
            </a:endParaRPr>
          </a:p>
          <a:p>
            <a:pPr algn="just"/>
            <a:r>
              <a:rPr lang="en-US" sz="2000" dirty="0" err="1">
                <a:effectLst/>
                <a:ea typeface="Times New Roman" panose="02020603050405020304" pitchFamily="18" charset="0"/>
              </a:rPr>
              <a:t>Nội</a:t>
            </a:r>
            <a:r>
              <a:rPr lang="en-US" sz="2000" dirty="0">
                <a:effectLst/>
                <a:ea typeface="Times New Roman" panose="02020603050405020304" pitchFamily="18" charset="0"/>
              </a:rPr>
              <a:t> dung </a:t>
            </a:r>
            <a:r>
              <a:rPr lang="en-US" sz="2000" dirty="0" err="1">
                <a:effectLst/>
                <a:ea typeface="Times New Roman" panose="02020603050405020304" pitchFamily="18" charset="0"/>
              </a:rPr>
              <a:t>chương</a:t>
            </a:r>
            <a:r>
              <a:rPr lang="en-US" sz="2000" dirty="0">
                <a:effectLst/>
                <a:ea typeface="Times New Roman" panose="02020603050405020304" pitchFamily="18" charset="0"/>
              </a:rPr>
              <a:t> 2 </a:t>
            </a:r>
            <a:r>
              <a:rPr lang="en-US" sz="2000" dirty="0" err="1">
                <a:effectLst/>
                <a:ea typeface="Times New Roman" panose="02020603050405020304" pitchFamily="18" charset="0"/>
              </a:rPr>
              <a:t>sẽ</a:t>
            </a:r>
            <a:r>
              <a:rPr lang="en-US" sz="2000" dirty="0">
                <a:effectLst/>
                <a:ea typeface="Times New Roman" panose="02020603050405020304" pitchFamily="18" charset="0"/>
              </a:rPr>
              <a:t> </a:t>
            </a:r>
            <a:r>
              <a:rPr lang="en-US" sz="2000" dirty="0" err="1">
                <a:effectLst/>
                <a:ea typeface="Times New Roman" panose="02020603050405020304" pitchFamily="18" charset="0"/>
              </a:rPr>
              <a:t>bố</a:t>
            </a:r>
            <a:r>
              <a:rPr lang="en-US" sz="2000" dirty="0">
                <a:effectLst/>
                <a:ea typeface="Times New Roman" panose="02020603050405020304" pitchFamily="18" charset="0"/>
              </a:rPr>
              <a:t> </a:t>
            </a:r>
            <a:r>
              <a:rPr lang="en-US" sz="2000" dirty="0" err="1">
                <a:effectLst/>
                <a:ea typeface="Times New Roman" panose="02020603050405020304" pitchFamily="18" charset="0"/>
              </a:rPr>
              <a:t>cục</a:t>
            </a:r>
            <a:r>
              <a:rPr lang="en-US" sz="2000" dirty="0">
                <a:effectLst/>
                <a:ea typeface="Times New Roman" panose="02020603050405020304" pitchFamily="18" charset="0"/>
              </a:rPr>
              <a:t> </a:t>
            </a:r>
            <a:r>
              <a:rPr lang="en-US" sz="2000" dirty="0" err="1">
                <a:effectLst/>
                <a:ea typeface="Times New Roman" panose="02020603050405020304" pitchFamily="18" charset="0"/>
              </a:rPr>
              <a:t>theo</a:t>
            </a:r>
            <a:r>
              <a:rPr lang="en-US" sz="2000" dirty="0">
                <a:effectLst/>
                <a:ea typeface="Times New Roman" panose="02020603050405020304" pitchFamily="18" charset="0"/>
              </a:rPr>
              <a:t> các </a:t>
            </a:r>
            <a:r>
              <a:rPr lang="en-US" sz="2000" dirty="0" err="1">
                <a:effectLst/>
                <a:ea typeface="Times New Roman" panose="02020603050405020304" pitchFamily="18" charset="0"/>
              </a:rPr>
              <a:t>mục</a:t>
            </a:r>
            <a:r>
              <a:rPr lang="en-US" sz="2000" dirty="0">
                <a:effectLst/>
                <a:ea typeface="Times New Roman" panose="02020603050405020304" pitchFamily="18" charset="0"/>
              </a:rPr>
              <a:t> </a:t>
            </a:r>
            <a:r>
              <a:rPr lang="en-US" sz="2000" dirty="0" err="1">
                <a:effectLst/>
                <a:ea typeface="Times New Roman" panose="02020603050405020304" pitchFamily="18" charset="0"/>
              </a:rPr>
              <a:t>sau</a:t>
            </a:r>
            <a:r>
              <a:rPr lang="en-US" sz="2000" dirty="0">
                <a:effectLst/>
                <a:ea typeface="Times New Roman" panose="02020603050405020304" pitchFamily="18" charset="0"/>
              </a:rPr>
              <a:t>:</a:t>
            </a:r>
          </a:p>
          <a:p>
            <a:pPr marL="457200" lvl="1" indent="0" algn="just">
              <a:spcBef>
                <a:spcPts val="1200"/>
              </a:spcBef>
              <a:buNone/>
            </a:pPr>
            <a:r>
              <a:rPr lang="en-US" sz="2000" dirty="0">
                <a:effectLst/>
                <a:ea typeface="Times New Roman" panose="02020603050405020304" pitchFamily="18" charset="0"/>
              </a:rPr>
              <a:t>2.1. </a:t>
            </a:r>
            <a:r>
              <a:rPr lang="en-US" sz="2000" dirty="0" smtClean="0">
                <a:effectLst/>
                <a:ea typeface="Times New Roman" panose="02020603050405020304" pitchFamily="18" charset="0"/>
              </a:rPr>
              <a:t>Cơ </a:t>
            </a:r>
            <a:r>
              <a:rPr lang="en-US" sz="2000" dirty="0" err="1" smtClean="0">
                <a:effectLst/>
                <a:ea typeface="Times New Roman" panose="02020603050405020304" pitchFamily="18" charset="0"/>
              </a:rPr>
              <a:t>sở</a:t>
            </a:r>
            <a:r>
              <a:rPr lang="en-US" sz="2000" dirty="0" smtClean="0">
                <a:effectLst/>
                <a:ea typeface="Times New Roman" panose="02020603050405020304" pitchFamily="18" charset="0"/>
              </a:rPr>
              <a:t> lý </a:t>
            </a:r>
            <a:r>
              <a:rPr lang="en-US" sz="2000" dirty="0" err="1" smtClean="0">
                <a:effectLst/>
                <a:ea typeface="Times New Roman" panose="02020603050405020304" pitchFamily="18" charset="0"/>
              </a:rPr>
              <a:t>thuyết</a:t>
            </a:r>
            <a:endParaRPr lang="en-US" sz="2000" dirty="0">
              <a:ea typeface="Times New Roman" panose="02020603050405020304" pitchFamily="18" charset="0"/>
            </a:endParaRPr>
          </a:p>
          <a:p>
            <a:pPr marL="457200" lvl="1" indent="0" algn="just">
              <a:spcBef>
                <a:spcPts val="1200"/>
              </a:spcBef>
              <a:buNone/>
            </a:pPr>
            <a:r>
              <a:rPr lang="en-US" sz="2000" dirty="0" smtClean="0"/>
              <a:t>     2</a:t>
            </a:r>
            <a:r>
              <a:rPr lang="vi-VN" sz="2000" dirty="0" smtClean="0"/>
              <a:t>.</a:t>
            </a:r>
            <a:r>
              <a:rPr lang="en-US" sz="2000" dirty="0" smtClean="0"/>
              <a:t>1</a:t>
            </a:r>
            <a:r>
              <a:rPr lang="vi-VN" sz="2000" dirty="0" smtClean="0"/>
              <a:t>.1.</a:t>
            </a:r>
            <a:r>
              <a:rPr lang="en-US" sz="2000" dirty="0" smtClean="0"/>
              <a:t> </a:t>
            </a:r>
            <a:r>
              <a:rPr lang="en-US" sz="2000" dirty="0" err="1" smtClean="0"/>
              <a:t>Phương</a:t>
            </a:r>
            <a:r>
              <a:rPr lang="en-US" sz="2000" dirty="0" smtClean="0"/>
              <a:t> </a:t>
            </a:r>
            <a:r>
              <a:rPr lang="en-US" sz="2000" dirty="0" err="1" smtClean="0"/>
              <a:t>pháp</a:t>
            </a:r>
            <a:r>
              <a:rPr lang="en-US" sz="2000" dirty="0" smtClean="0"/>
              <a:t> đồ </a:t>
            </a:r>
            <a:r>
              <a:rPr lang="en-US" sz="2000" dirty="0" err="1" smtClean="0"/>
              <a:t>thị</a:t>
            </a:r>
            <a:endParaRPr lang="vi-VN" sz="2000" dirty="0"/>
          </a:p>
          <a:p>
            <a:pPr marL="457200" lvl="1" indent="0" algn="just">
              <a:spcBef>
                <a:spcPts val="1200"/>
              </a:spcBef>
              <a:buNone/>
            </a:pPr>
            <a:r>
              <a:rPr lang="en-US" sz="2000" dirty="0"/>
              <a:t> </a:t>
            </a:r>
            <a:r>
              <a:rPr lang="en-US" sz="2000" dirty="0" smtClean="0"/>
              <a:t>    </a:t>
            </a:r>
            <a:r>
              <a:rPr lang="en-US" sz="2000" dirty="0" smtClean="0">
                <a:effectLst/>
                <a:ea typeface="Times New Roman" panose="02020603050405020304" pitchFamily="18" charset="0"/>
              </a:rPr>
              <a:t>2.1.2. </a:t>
            </a:r>
            <a:r>
              <a:rPr lang="en-US" sz="2000" dirty="0" err="1" smtClean="0">
                <a:effectLst/>
                <a:ea typeface="Times New Roman" panose="02020603050405020304" pitchFamily="18" charset="0"/>
              </a:rPr>
              <a:t>Lọc</a:t>
            </a:r>
            <a:r>
              <a:rPr lang="en-US" sz="2000" dirty="0" smtClean="0">
                <a:effectLst/>
                <a:ea typeface="Times New Roman" panose="02020603050405020304" pitchFamily="18" charset="0"/>
              </a:rPr>
              <a:t> </a:t>
            </a:r>
            <a:r>
              <a:rPr lang="en-US" sz="2000" dirty="0" err="1" smtClean="0">
                <a:effectLst/>
                <a:ea typeface="Times New Roman" panose="02020603050405020304" pitchFamily="18" charset="0"/>
              </a:rPr>
              <a:t>cộng</a:t>
            </a:r>
            <a:r>
              <a:rPr lang="en-US" sz="2000" dirty="0" smtClean="0">
                <a:effectLst/>
                <a:ea typeface="Times New Roman" panose="02020603050405020304" pitchFamily="18" charset="0"/>
              </a:rPr>
              <a:t> </a:t>
            </a:r>
            <a:r>
              <a:rPr lang="en-US" sz="2000" dirty="0" err="1" smtClean="0">
                <a:effectLst/>
                <a:ea typeface="Times New Roman" panose="02020603050405020304" pitchFamily="18" charset="0"/>
              </a:rPr>
              <a:t>tác</a:t>
            </a:r>
            <a:r>
              <a:rPr lang="en-US" sz="2000" dirty="0" smtClean="0">
                <a:effectLst/>
                <a:ea typeface="Times New Roman" panose="02020603050405020304" pitchFamily="18" charset="0"/>
              </a:rPr>
              <a:t> </a:t>
            </a:r>
            <a:r>
              <a:rPr lang="en-US" sz="2000" dirty="0" err="1" smtClean="0">
                <a:effectLst/>
                <a:ea typeface="Times New Roman" panose="02020603050405020304" pitchFamily="18" charset="0"/>
              </a:rPr>
              <a:t>dựa</a:t>
            </a:r>
            <a:r>
              <a:rPr lang="en-US" sz="2000" dirty="0" smtClean="0">
                <a:effectLst/>
                <a:ea typeface="Times New Roman" panose="02020603050405020304" pitchFamily="18" charset="0"/>
              </a:rPr>
              <a:t> trên đồ </a:t>
            </a:r>
            <a:r>
              <a:rPr lang="en-US" sz="2000" dirty="0" err="1" smtClean="0">
                <a:effectLst/>
                <a:ea typeface="Times New Roman" panose="02020603050405020304" pitchFamily="18" charset="0"/>
              </a:rPr>
              <a:t>thị</a:t>
            </a:r>
            <a:endParaRPr lang="en-US" sz="2000" dirty="0">
              <a:effectLst/>
              <a:ea typeface="Times New Roman" panose="02020603050405020304" pitchFamily="18" charset="0"/>
            </a:endParaRPr>
          </a:p>
          <a:p>
            <a:pPr marL="457200" lvl="1" indent="0" algn="just">
              <a:spcBef>
                <a:spcPts val="1200"/>
              </a:spcBef>
              <a:buNone/>
            </a:pPr>
            <a:r>
              <a:rPr lang="en-US" sz="2000" dirty="0">
                <a:ea typeface="Times New Roman" panose="02020603050405020304" pitchFamily="18" charset="0"/>
              </a:rPr>
              <a:t>2.2. </a:t>
            </a:r>
            <a:r>
              <a:rPr lang="en-US" sz="2000" dirty="0" err="1" smtClean="0">
                <a:effectLst/>
                <a:ea typeface="Times New Roman" panose="02020603050405020304" pitchFamily="18" charset="0"/>
              </a:rPr>
              <a:t>Phương</a:t>
            </a:r>
            <a:r>
              <a:rPr lang="en-US" sz="2000" dirty="0" smtClean="0">
                <a:effectLst/>
                <a:ea typeface="Times New Roman" panose="02020603050405020304" pitchFamily="18" charset="0"/>
              </a:rPr>
              <a:t> </a:t>
            </a:r>
            <a:r>
              <a:rPr lang="en-US" sz="2000" dirty="0" err="1" smtClean="0">
                <a:effectLst/>
                <a:ea typeface="Times New Roman" panose="02020603050405020304" pitchFamily="18" charset="0"/>
              </a:rPr>
              <a:t>pháp</a:t>
            </a:r>
            <a:r>
              <a:rPr lang="en-US" sz="2000" dirty="0" smtClean="0">
                <a:effectLst/>
                <a:ea typeface="Times New Roman" panose="02020603050405020304" pitchFamily="18" charset="0"/>
              </a:rPr>
              <a:t> tiếp </a:t>
            </a:r>
            <a:r>
              <a:rPr lang="en-US" sz="2000" dirty="0" err="1" smtClean="0">
                <a:effectLst/>
                <a:ea typeface="Times New Roman" panose="02020603050405020304" pitchFamily="18" charset="0"/>
              </a:rPr>
              <a:t>cận</a:t>
            </a:r>
            <a:r>
              <a:rPr lang="en-US" sz="2000" dirty="0" smtClean="0">
                <a:effectLst/>
                <a:ea typeface="Times New Roman" panose="02020603050405020304" pitchFamily="18" charset="0"/>
              </a:rPr>
              <a:t> trong đề án</a:t>
            </a:r>
          </a:p>
          <a:p>
            <a:pPr marL="457200" lvl="1" indent="0" algn="just">
              <a:spcBef>
                <a:spcPts val="1200"/>
              </a:spcBef>
              <a:buNone/>
            </a:pPr>
            <a:r>
              <a:rPr lang="en-US" sz="2000" dirty="0" smtClean="0">
                <a:ea typeface="Times New Roman" panose="02020603050405020304" pitchFamily="18" charset="0"/>
              </a:rPr>
              <a:t>     2.2.1. Graph Neural Networks (</a:t>
            </a:r>
            <a:r>
              <a:rPr lang="en-US" sz="2000" dirty="0" err="1" smtClean="0">
                <a:ea typeface="Times New Roman" panose="02020603050405020304" pitchFamily="18" charset="0"/>
              </a:rPr>
              <a:t>GNNs</a:t>
            </a:r>
            <a:r>
              <a:rPr lang="en-US" sz="2000" dirty="0" smtClean="0">
                <a:ea typeface="Times New Roman" panose="02020603050405020304" pitchFamily="18" charset="0"/>
              </a:rPr>
              <a:t>)</a:t>
            </a:r>
          </a:p>
          <a:p>
            <a:pPr marL="457200" lvl="1" indent="0" algn="just">
              <a:spcBef>
                <a:spcPts val="1200"/>
              </a:spcBef>
              <a:buNone/>
            </a:pPr>
            <a:r>
              <a:rPr lang="en-US" sz="2000" dirty="0" smtClean="0">
                <a:effectLst/>
                <a:ea typeface="Times New Roman" panose="02020603050405020304" pitchFamily="18" charset="0"/>
              </a:rPr>
              <a:t>     2.2.2. </a:t>
            </a:r>
            <a:r>
              <a:rPr lang="en-US" sz="2000" dirty="0" err="1" smtClean="0">
                <a:effectLst/>
                <a:ea typeface="Times New Roman" panose="02020603050405020304" pitchFamily="18" charset="0"/>
              </a:rPr>
              <a:t>Phân</a:t>
            </a:r>
            <a:r>
              <a:rPr lang="en-US" sz="2000" dirty="0" smtClean="0">
                <a:effectLst/>
                <a:ea typeface="Times New Roman" panose="02020603050405020304" pitchFamily="18" charset="0"/>
              </a:rPr>
              <a:t> </a:t>
            </a:r>
            <a:r>
              <a:rPr lang="en-US" sz="2000" dirty="0" err="1" smtClean="0">
                <a:effectLst/>
                <a:ea typeface="Times New Roman" panose="02020603050405020304" pitchFamily="18" charset="0"/>
              </a:rPr>
              <a:t>loại</a:t>
            </a:r>
            <a:r>
              <a:rPr lang="en-US" sz="2000" dirty="0" smtClean="0">
                <a:effectLst/>
                <a:ea typeface="Times New Roman" panose="02020603050405020304" pitchFamily="18" charset="0"/>
              </a:rPr>
              <a:t> </a:t>
            </a:r>
            <a:r>
              <a:rPr lang="en-US" sz="2000" dirty="0" err="1" smtClean="0">
                <a:effectLst/>
                <a:ea typeface="Times New Roman" panose="02020603050405020304" pitchFamily="18" charset="0"/>
              </a:rPr>
              <a:t>GNNs</a:t>
            </a:r>
            <a:endParaRPr lang="en-US" sz="2000" dirty="0" smtClean="0">
              <a:effectLst/>
              <a:ea typeface="Times New Roman" panose="02020603050405020304" pitchFamily="18" charset="0"/>
            </a:endParaRPr>
          </a:p>
          <a:p>
            <a:pPr marL="457200" lvl="1" indent="0" algn="just">
              <a:spcBef>
                <a:spcPts val="1200"/>
              </a:spcBef>
              <a:buNone/>
            </a:pPr>
            <a:r>
              <a:rPr lang="en-US" sz="2000" dirty="0" smtClean="0">
                <a:ea typeface="Times New Roman" panose="02020603050405020304" pitchFamily="18" charset="0"/>
              </a:rPr>
              <a:t>     2.2.3. </a:t>
            </a:r>
            <a:r>
              <a:rPr lang="en-US" sz="2000" dirty="0" err="1" smtClean="0">
                <a:ea typeface="Times New Roman" panose="02020603050405020304" pitchFamily="18" charset="0"/>
              </a:rPr>
              <a:t>Lọc</a:t>
            </a:r>
            <a:r>
              <a:rPr lang="en-US" sz="2000" dirty="0" smtClean="0">
                <a:ea typeface="Times New Roman" panose="02020603050405020304" pitchFamily="18" charset="0"/>
              </a:rPr>
              <a:t> </a:t>
            </a:r>
            <a:r>
              <a:rPr lang="en-US" sz="2000" dirty="0" err="1" smtClean="0">
                <a:ea typeface="Times New Roman" panose="02020603050405020304" pitchFamily="18" charset="0"/>
              </a:rPr>
              <a:t>cộng</a:t>
            </a:r>
            <a:r>
              <a:rPr lang="en-US" sz="2000" dirty="0" smtClean="0">
                <a:ea typeface="Times New Roman" panose="02020603050405020304" pitchFamily="18" charset="0"/>
              </a:rPr>
              <a:t> </a:t>
            </a:r>
            <a:r>
              <a:rPr lang="en-US" sz="2000" dirty="0" err="1" smtClean="0">
                <a:ea typeface="Times New Roman" panose="02020603050405020304" pitchFamily="18" charset="0"/>
              </a:rPr>
              <a:t>tác</a:t>
            </a:r>
            <a:r>
              <a:rPr lang="en-US" sz="2000" dirty="0" smtClean="0">
                <a:ea typeface="Times New Roman" panose="02020603050405020304" pitchFamily="18" charset="0"/>
              </a:rPr>
              <a:t> </a:t>
            </a:r>
            <a:r>
              <a:rPr lang="en-US" sz="2000" dirty="0" err="1" smtClean="0">
                <a:ea typeface="Times New Roman" panose="02020603050405020304" pitchFamily="18" charset="0"/>
              </a:rPr>
              <a:t>dựa</a:t>
            </a:r>
            <a:r>
              <a:rPr lang="en-US" sz="2000" dirty="0" smtClean="0">
                <a:ea typeface="Times New Roman" panose="02020603050405020304" pitchFamily="18" charset="0"/>
              </a:rPr>
              <a:t> trên </a:t>
            </a:r>
            <a:r>
              <a:rPr lang="en-US" sz="2000" dirty="0" err="1" smtClean="0">
                <a:ea typeface="Times New Roman" panose="02020603050405020304" pitchFamily="18" charset="0"/>
              </a:rPr>
              <a:t>GCNs</a:t>
            </a:r>
            <a:endParaRPr lang="en-US" sz="2000" dirty="0">
              <a:effectLst/>
              <a:ea typeface="Times New Roman" panose="02020603050405020304" pitchFamily="18" charset="0"/>
            </a:endParaRPr>
          </a:p>
          <a:p>
            <a:pPr marL="457200" lvl="1" indent="0" algn="just">
              <a:buNone/>
            </a:pPr>
            <a:r>
              <a:rPr lang="en-US" sz="2000" dirty="0" smtClean="0">
                <a:effectLst/>
                <a:ea typeface="Times New Roman" panose="02020603050405020304" pitchFamily="18" charset="0"/>
              </a:rPr>
              <a:t>2.3. </a:t>
            </a:r>
            <a:r>
              <a:rPr lang="en-US" sz="2000" dirty="0" err="1">
                <a:effectLst/>
                <a:ea typeface="Times New Roman" panose="02020603050405020304" pitchFamily="18" charset="0"/>
              </a:rPr>
              <a:t>Kết</a:t>
            </a:r>
            <a:r>
              <a:rPr lang="en-US" sz="2000" dirty="0">
                <a:effectLst/>
                <a:ea typeface="Times New Roman" panose="02020603050405020304" pitchFamily="18" charset="0"/>
              </a:rPr>
              <a:t> </a:t>
            </a:r>
            <a:r>
              <a:rPr lang="en-US" sz="2000" dirty="0" err="1">
                <a:effectLst/>
                <a:ea typeface="Times New Roman" panose="02020603050405020304" pitchFamily="18" charset="0"/>
              </a:rPr>
              <a:t>luận</a:t>
            </a:r>
            <a:r>
              <a:rPr lang="en-US" sz="2000" dirty="0">
                <a:effectLst/>
                <a:ea typeface="Times New Roman" panose="02020603050405020304" pitchFamily="18" charset="0"/>
              </a:rPr>
              <a:t> </a:t>
            </a:r>
            <a:r>
              <a:rPr lang="en-US" sz="2000" dirty="0" err="1">
                <a:effectLst/>
                <a:ea typeface="Times New Roman" panose="02020603050405020304" pitchFamily="18" charset="0"/>
              </a:rPr>
              <a:t>chương</a:t>
            </a:r>
            <a:endParaRPr lang="en-US" sz="2000" dirty="0">
              <a:effectLst/>
              <a:ea typeface="Times New Roman" panose="02020603050405020304" pitchFamily="18" charset="0"/>
            </a:endParaRPr>
          </a:p>
        </p:txBody>
      </p:sp>
      <p:sp>
        <p:nvSpPr>
          <p:cNvPr id="4" name="Slide Number Placeholder 3"/>
          <p:cNvSpPr>
            <a:spLocks noGrp="1"/>
          </p:cNvSpPr>
          <p:nvPr>
            <p:ph type="sldNum" sz="quarter" idx="4"/>
          </p:nvPr>
        </p:nvSpPr>
        <p:spPr/>
        <p:txBody>
          <a:bodyPr/>
          <a:lstStyle/>
          <a:p>
            <a:fld id="{925B38C4-721A-4685-9BEE-2F0D27C994C9}" type="slidenum">
              <a:rPr lang="en-US" altLang="vi-VN" smtClean="0"/>
              <a:pPr/>
              <a:t>8</a:t>
            </a:fld>
            <a:endParaRPr lang="en-US" altLang="vi-VN"/>
          </a:p>
        </p:txBody>
      </p:sp>
      <p:sp>
        <p:nvSpPr>
          <p:cNvPr id="7" name="Title 1"/>
          <p:cNvSpPr>
            <a:spLocks noGrp="1"/>
          </p:cNvSpPr>
          <p:nvPr>
            <p:ph type="title"/>
          </p:nvPr>
        </p:nvSpPr>
        <p:spPr>
          <a:xfrm>
            <a:off x="483577" y="32238"/>
            <a:ext cx="8229600" cy="1143000"/>
          </a:xfrm>
        </p:spPr>
        <p:txBody>
          <a:bodyPr/>
          <a:lstStyle/>
          <a:p>
            <a:r>
              <a:rPr lang="en-US" dirty="0" err="1"/>
              <a:t>NỘI</a:t>
            </a:r>
            <a:r>
              <a:rPr lang="en-US" dirty="0"/>
              <a:t> DUNG </a:t>
            </a:r>
            <a:r>
              <a:rPr lang="en-US" dirty="0" smtClean="0"/>
              <a:t>ĐỀ ÁN</a:t>
            </a:r>
            <a:endParaRPr lang="en-US" dirty="0"/>
          </a:p>
        </p:txBody>
      </p:sp>
    </p:spTree>
    <p:extLst>
      <p:ext uri="{BB962C8B-B14F-4D97-AF65-F5344CB8AC3E}">
        <p14:creationId xmlns:p14="http://schemas.microsoft.com/office/powerpoint/2010/main" val="300369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vi-VN" sz="2300" b="1" dirty="0"/>
              <a:t>CHƯƠNG 3:</a:t>
            </a:r>
            <a:r>
              <a:rPr lang="en-US" sz="2300" b="1" dirty="0"/>
              <a:t> THỰC </a:t>
            </a:r>
            <a:r>
              <a:rPr lang="en-US" sz="2300" b="1" dirty="0" err="1"/>
              <a:t>NGHIỆM</a:t>
            </a:r>
            <a:r>
              <a:rPr lang="en-US" sz="2300" b="1" dirty="0"/>
              <a:t> VÀ </a:t>
            </a:r>
            <a:r>
              <a:rPr lang="en-US" sz="2300" b="1" dirty="0" err="1"/>
              <a:t>KẾT</a:t>
            </a:r>
            <a:r>
              <a:rPr lang="en-US" sz="2300" b="1" dirty="0"/>
              <a:t> </a:t>
            </a:r>
            <a:r>
              <a:rPr lang="en-US" sz="2300" b="1" dirty="0" err="1"/>
              <a:t>QUẢ</a:t>
            </a:r>
            <a:endParaRPr lang="en-US" sz="2300" b="1" dirty="0"/>
          </a:p>
          <a:p>
            <a:pPr marL="0" indent="0">
              <a:buNone/>
            </a:pPr>
            <a:r>
              <a:rPr lang="en-US" sz="2000" dirty="0" err="1" smtClean="0"/>
              <a:t>Trình</a:t>
            </a:r>
            <a:r>
              <a:rPr lang="en-US" sz="2000" dirty="0" smtClean="0"/>
              <a:t> </a:t>
            </a:r>
            <a:r>
              <a:rPr lang="en-US" sz="2000" dirty="0" err="1" smtClean="0"/>
              <a:t>bày</a:t>
            </a:r>
            <a:r>
              <a:rPr lang="en-US" sz="2000" dirty="0" smtClean="0"/>
              <a:t> các </a:t>
            </a:r>
            <a:r>
              <a:rPr lang="en-US" sz="2000" dirty="0" err="1" smtClean="0"/>
              <a:t>bước</a:t>
            </a:r>
            <a:r>
              <a:rPr lang="en-US" sz="2000" dirty="0" smtClean="0"/>
              <a:t> thực </a:t>
            </a:r>
            <a:r>
              <a:rPr lang="en-US" sz="2000" dirty="0" err="1" smtClean="0"/>
              <a:t>nghiệm</a:t>
            </a:r>
            <a:r>
              <a:rPr lang="en-US" sz="2000" dirty="0" smtClean="0"/>
              <a:t> với </a:t>
            </a:r>
            <a:r>
              <a:rPr lang="en-US" sz="2000" dirty="0" err="1" smtClean="0"/>
              <a:t>phương</a:t>
            </a:r>
            <a:r>
              <a:rPr lang="en-US" sz="2000" dirty="0" smtClean="0"/>
              <a:t> </a:t>
            </a:r>
            <a:r>
              <a:rPr lang="en-US" sz="2000" dirty="0" err="1" smtClean="0"/>
              <a:t>pháp</a:t>
            </a:r>
            <a:r>
              <a:rPr lang="en-US" sz="2000" dirty="0" smtClean="0"/>
              <a:t> tiếp </a:t>
            </a:r>
            <a:r>
              <a:rPr lang="en-US" sz="2000" dirty="0" err="1" smtClean="0"/>
              <a:t>cận</a:t>
            </a:r>
            <a:r>
              <a:rPr lang="en-US" sz="2000" dirty="0" smtClean="0"/>
              <a:t> </a:t>
            </a:r>
            <a:r>
              <a:rPr lang="en-US" sz="2000" dirty="0" err="1" smtClean="0"/>
              <a:t>đã</a:t>
            </a:r>
            <a:r>
              <a:rPr lang="en-US" sz="2000" dirty="0" smtClean="0"/>
              <a:t> </a:t>
            </a:r>
            <a:r>
              <a:rPr lang="en-US" sz="2000" dirty="0" err="1" smtClean="0"/>
              <a:t>giới</a:t>
            </a:r>
            <a:r>
              <a:rPr lang="en-US" sz="2000" dirty="0" smtClean="0"/>
              <a:t> </a:t>
            </a:r>
            <a:r>
              <a:rPr lang="en-US" sz="2000" dirty="0" err="1" smtClean="0"/>
              <a:t>thiệu</a:t>
            </a:r>
            <a:r>
              <a:rPr lang="en-US" sz="2000" dirty="0" smtClean="0"/>
              <a:t> ở </a:t>
            </a:r>
            <a:r>
              <a:rPr lang="en-US" sz="2000" dirty="0" err="1" smtClean="0"/>
              <a:t>Chương</a:t>
            </a:r>
            <a:r>
              <a:rPr lang="en-US" sz="2000" dirty="0" smtClean="0"/>
              <a:t> 2</a:t>
            </a:r>
            <a:r>
              <a:rPr lang="en-US" sz="2000" dirty="0"/>
              <a:t> </a:t>
            </a:r>
            <a:r>
              <a:rPr lang="en-US" sz="2000" dirty="0" smtClean="0"/>
              <a:t>để thực </a:t>
            </a:r>
            <a:r>
              <a:rPr lang="en-US" sz="2000" dirty="0" err="1" smtClean="0"/>
              <a:t>nghiệm</a:t>
            </a:r>
            <a:r>
              <a:rPr lang="en-US" sz="2000" dirty="0" smtClean="0"/>
              <a:t> và </a:t>
            </a:r>
            <a:r>
              <a:rPr lang="en-US" sz="2000" dirty="0" err="1" smtClean="0"/>
              <a:t>đưa</a:t>
            </a:r>
            <a:r>
              <a:rPr lang="en-US" sz="2000" dirty="0" smtClean="0"/>
              <a:t> </a:t>
            </a:r>
            <a:r>
              <a:rPr lang="en-US" sz="2000" dirty="0" err="1" smtClean="0"/>
              <a:t>ra</a:t>
            </a:r>
            <a:r>
              <a:rPr lang="en-US" sz="2000" dirty="0" smtClean="0"/>
              <a:t> </a:t>
            </a:r>
            <a:r>
              <a:rPr lang="en-US" sz="2000" dirty="0" err="1" smtClean="0"/>
              <a:t>kết</a:t>
            </a:r>
            <a:r>
              <a:rPr lang="en-US" sz="2000" dirty="0" smtClean="0"/>
              <a:t> </a:t>
            </a:r>
            <a:r>
              <a:rPr lang="en-US" sz="2000" dirty="0" err="1" smtClean="0"/>
              <a:t>quả</a:t>
            </a:r>
            <a:endParaRPr lang="vi-VN" sz="2000" dirty="0"/>
          </a:p>
          <a:p>
            <a:pPr marL="0" indent="0">
              <a:buNone/>
            </a:pPr>
            <a:r>
              <a:rPr lang="vi-VN" sz="2000" dirty="0"/>
              <a:t>Nội dụng chương 3 sẽ bố cục theo các mục sau:</a:t>
            </a:r>
          </a:p>
          <a:p>
            <a:pPr marL="0" indent="0">
              <a:buNone/>
            </a:pPr>
            <a:r>
              <a:rPr lang="en-US" sz="2000" dirty="0"/>
              <a:t>3.1</a:t>
            </a:r>
            <a:r>
              <a:rPr lang="vi-VN" sz="2000" dirty="0" smtClean="0"/>
              <a:t>.</a:t>
            </a:r>
            <a:r>
              <a:rPr lang="en-US" sz="2000" dirty="0" smtClean="0"/>
              <a:t> </a:t>
            </a:r>
            <a:r>
              <a:rPr lang="en-US" sz="2000" dirty="0" err="1" smtClean="0"/>
              <a:t>Dữ</a:t>
            </a:r>
            <a:r>
              <a:rPr lang="en-US" sz="2000" dirty="0" smtClean="0"/>
              <a:t> liệu thực </a:t>
            </a:r>
            <a:r>
              <a:rPr lang="en-US" sz="2000" dirty="0" err="1" smtClean="0"/>
              <a:t>nghiệm</a:t>
            </a:r>
            <a:r>
              <a:rPr lang="vi-VN" sz="2000" dirty="0" smtClean="0"/>
              <a:t>.</a:t>
            </a:r>
            <a:endParaRPr lang="vi-VN" sz="2000" dirty="0"/>
          </a:p>
          <a:p>
            <a:pPr marL="0" indent="0">
              <a:buNone/>
            </a:pPr>
            <a:r>
              <a:rPr lang="en-US" sz="2000" dirty="0"/>
              <a:t>3</a:t>
            </a:r>
            <a:r>
              <a:rPr lang="vi-VN" sz="2000" dirty="0"/>
              <a:t>.2</a:t>
            </a:r>
            <a:r>
              <a:rPr lang="vi-VN" sz="2000" dirty="0" smtClean="0"/>
              <a:t>. </a:t>
            </a:r>
            <a:r>
              <a:rPr lang="en-US" sz="2000" dirty="0" smtClean="0"/>
              <a:t>Quá </a:t>
            </a:r>
            <a:r>
              <a:rPr lang="en-US" sz="2000" dirty="0" err="1" smtClean="0"/>
              <a:t>trình</a:t>
            </a:r>
            <a:r>
              <a:rPr lang="en-US" sz="2000" dirty="0" smtClean="0"/>
              <a:t> thực </a:t>
            </a:r>
            <a:r>
              <a:rPr lang="en-US" sz="2000" dirty="0" err="1" smtClean="0"/>
              <a:t>nghiệm</a:t>
            </a:r>
            <a:r>
              <a:rPr lang="vi-VN" sz="2000" dirty="0" smtClean="0"/>
              <a:t>.</a:t>
            </a:r>
            <a:endParaRPr lang="en-US" sz="2000" dirty="0" smtClean="0"/>
          </a:p>
          <a:p>
            <a:pPr marL="0" indent="0">
              <a:buNone/>
            </a:pPr>
            <a:r>
              <a:rPr lang="en-US" sz="2000" dirty="0" smtClean="0"/>
              <a:t>     3.2.1. </a:t>
            </a:r>
            <a:r>
              <a:rPr lang="en-US" sz="2000" dirty="0" err="1" smtClean="0"/>
              <a:t>Môi</a:t>
            </a:r>
            <a:r>
              <a:rPr lang="en-US" sz="2000" dirty="0" smtClean="0"/>
              <a:t> trường </a:t>
            </a:r>
            <a:r>
              <a:rPr lang="en-US" sz="2000" dirty="0" err="1" smtClean="0"/>
              <a:t>phần</a:t>
            </a:r>
            <a:r>
              <a:rPr lang="en-US" sz="2000" dirty="0" smtClean="0"/>
              <a:t> </a:t>
            </a:r>
            <a:r>
              <a:rPr lang="en-US" sz="2000" dirty="0" err="1" smtClean="0"/>
              <a:t>cứng</a:t>
            </a:r>
            <a:r>
              <a:rPr lang="en-US" sz="2000" dirty="0" smtClean="0"/>
              <a:t> </a:t>
            </a:r>
            <a:r>
              <a:rPr lang="en-US" sz="2000" dirty="0" err="1" smtClean="0"/>
              <a:t>huấn</a:t>
            </a:r>
            <a:r>
              <a:rPr lang="en-US" sz="2000" dirty="0" smtClean="0"/>
              <a:t> </a:t>
            </a:r>
            <a:r>
              <a:rPr lang="en-US" sz="2000" dirty="0" err="1" smtClean="0"/>
              <a:t>luyện</a:t>
            </a:r>
            <a:endParaRPr lang="en-US" sz="2000" dirty="0" smtClean="0"/>
          </a:p>
          <a:p>
            <a:pPr marL="0" indent="0">
              <a:buNone/>
            </a:pPr>
            <a:r>
              <a:rPr lang="en-US" sz="2000" dirty="0" smtClean="0"/>
              <a:t>     3.2.2. </a:t>
            </a:r>
            <a:r>
              <a:rPr lang="en-US" sz="2000" dirty="0" err="1" smtClean="0"/>
              <a:t>Tham</a:t>
            </a:r>
            <a:r>
              <a:rPr lang="en-US" sz="2000" dirty="0" smtClean="0"/>
              <a:t> </a:t>
            </a:r>
            <a:r>
              <a:rPr lang="en-US" sz="2000" dirty="0" err="1" smtClean="0"/>
              <a:t>số</a:t>
            </a:r>
            <a:r>
              <a:rPr lang="en-US" sz="2000" dirty="0" smtClean="0"/>
              <a:t> trong quá </a:t>
            </a:r>
            <a:r>
              <a:rPr lang="en-US" sz="2000" dirty="0" err="1" smtClean="0"/>
              <a:t>trình</a:t>
            </a:r>
            <a:r>
              <a:rPr lang="en-US" sz="2000" dirty="0" smtClean="0"/>
              <a:t> </a:t>
            </a:r>
            <a:r>
              <a:rPr lang="en-US" sz="2000" dirty="0" err="1" smtClean="0"/>
              <a:t>huấn</a:t>
            </a:r>
            <a:r>
              <a:rPr lang="en-US" sz="2000" dirty="0" smtClean="0"/>
              <a:t> </a:t>
            </a:r>
            <a:r>
              <a:rPr lang="en-US" sz="2000" dirty="0" err="1" smtClean="0"/>
              <a:t>luyện</a:t>
            </a:r>
            <a:endParaRPr lang="vi-VN" sz="2000" dirty="0"/>
          </a:p>
          <a:p>
            <a:pPr marL="0" indent="0">
              <a:buNone/>
            </a:pPr>
            <a:r>
              <a:rPr lang="en-US" sz="2000" dirty="0"/>
              <a:t>3</a:t>
            </a:r>
            <a:r>
              <a:rPr lang="vi-VN" sz="2000" dirty="0"/>
              <a:t>.3</a:t>
            </a:r>
            <a:r>
              <a:rPr lang="vi-VN" sz="2000" dirty="0" smtClean="0"/>
              <a:t>. </a:t>
            </a:r>
            <a:r>
              <a:rPr lang="en-US" sz="2000" dirty="0" err="1" smtClean="0"/>
              <a:t>Kết</a:t>
            </a:r>
            <a:r>
              <a:rPr lang="en-US" sz="2000" dirty="0" smtClean="0"/>
              <a:t> </a:t>
            </a:r>
            <a:r>
              <a:rPr lang="en-US" sz="2000" dirty="0" err="1" smtClean="0"/>
              <a:t>quả</a:t>
            </a:r>
            <a:r>
              <a:rPr lang="en-US" sz="2000" dirty="0" smtClean="0"/>
              <a:t> thực </a:t>
            </a:r>
            <a:r>
              <a:rPr lang="en-US" sz="2000" dirty="0" err="1" smtClean="0"/>
              <a:t>nghiệm</a:t>
            </a:r>
            <a:endParaRPr lang="en-US" sz="2000" dirty="0" smtClean="0"/>
          </a:p>
          <a:p>
            <a:pPr marL="0" indent="0">
              <a:buNone/>
            </a:pPr>
            <a:r>
              <a:rPr lang="en-US" sz="2000" dirty="0" smtClean="0"/>
              <a:t>     3.3.1. Các </a:t>
            </a:r>
            <a:r>
              <a:rPr lang="en-US" sz="2000" dirty="0" err="1" smtClean="0"/>
              <a:t>độ</a:t>
            </a:r>
            <a:r>
              <a:rPr lang="en-US" sz="2000" dirty="0" smtClean="0"/>
              <a:t> </a:t>
            </a:r>
            <a:r>
              <a:rPr lang="en-US" sz="2000" dirty="0" err="1" smtClean="0"/>
              <a:t>đo</a:t>
            </a:r>
            <a:r>
              <a:rPr lang="en-US" sz="2000" dirty="0" smtClean="0"/>
              <a:t> được sử </a:t>
            </a:r>
            <a:r>
              <a:rPr lang="en-US" sz="2000" dirty="0" err="1" smtClean="0"/>
              <a:t>dụng</a:t>
            </a:r>
            <a:endParaRPr lang="en-US" sz="2000" dirty="0" smtClean="0"/>
          </a:p>
          <a:p>
            <a:pPr marL="0" indent="0">
              <a:buNone/>
            </a:pPr>
            <a:r>
              <a:rPr lang="en-US" sz="2000" dirty="0" smtClean="0"/>
              <a:t>     3.3.2. </a:t>
            </a:r>
            <a:r>
              <a:rPr lang="en-US" sz="2000" dirty="0" err="1" smtClean="0"/>
              <a:t>Kết</a:t>
            </a:r>
            <a:r>
              <a:rPr lang="en-US" sz="2000" dirty="0" smtClean="0"/>
              <a:t> </a:t>
            </a:r>
            <a:r>
              <a:rPr lang="en-US" sz="2000" dirty="0" err="1" smtClean="0"/>
              <a:t>quả</a:t>
            </a:r>
            <a:r>
              <a:rPr lang="en-US" sz="2000" dirty="0" smtClean="0"/>
              <a:t> thực </a:t>
            </a:r>
            <a:r>
              <a:rPr lang="en-US" sz="2000" dirty="0" err="1" smtClean="0"/>
              <a:t>nghiệm</a:t>
            </a:r>
            <a:endParaRPr lang="en-US" sz="2000" dirty="0" smtClean="0"/>
          </a:p>
          <a:p>
            <a:pPr marL="0" indent="0">
              <a:buNone/>
            </a:pPr>
            <a:r>
              <a:rPr lang="en-US" sz="2000" dirty="0" smtClean="0"/>
              <a:t>     3.3.3. </a:t>
            </a:r>
            <a:r>
              <a:rPr lang="en-US" sz="2000" dirty="0" err="1" smtClean="0"/>
              <a:t>Phân</a:t>
            </a:r>
            <a:r>
              <a:rPr lang="en-US" sz="2000" dirty="0" smtClean="0"/>
              <a:t> </a:t>
            </a:r>
            <a:r>
              <a:rPr lang="en-US" sz="2000" dirty="0" err="1" smtClean="0"/>
              <a:t>tích</a:t>
            </a:r>
            <a:r>
              <a:rPr lang="en-US" sz="2000" dirty="0" smtClean="0"/>
              <a:t> </a:t>
            </a:r>
            <a:r>
              <a:rPr lang="en-US" sz="2000" dirty="0" err="1" smtClean="0"/>
              <a:t>kết</a:t>
            </a:r>
            <a:r>
              <a:rPr lang="en-US" sz="2000" dirty="0" smtClean="0"/>
              <a:t> </a:t>
            </a:r>
            <a:r>
              <a:rPr lang="en-US" sz="2000" dirty="0" err="1" smtClean="0"/>
              <a:t>quả</a:t>
            </a:r>
            <a:endParaRPr lang="en-US" sz="2000" dirty="0" smtClean="0"/>
          </a:p>
          <a:p>
            <a:pPr marL="0" indent="0">
              <a:buNone/>
            </a:pPr>
            <a:r>
              <a:rPr lang="en-US" sz="2000" dirty="0" smtClean="0"/>
              <a:t>3.4. </a:t>
            </a:r>
            <a:r>
              <a:rPr lang="en-US" sz="2000" dirty="0" err="1" smtClean="0"/>
              <a:t>Kết</a:t>
            </a:r>
            <a:r>
              <a:rPr lang="en-US" sz="2000" dirty="0" smtClean="0"/>
              <a:t> </a:t>
            </a:r>
            <a:r>
              <a:rPr lang="en-US" sz="2000" dirty="0" err="1" smtClean="0"/>
              <a:t>luận</a:t>
            </a:r>
            <a:r>
              <a:rPr lang="en-US" sz="2000" dirty="0" smtClean="0"/>
              <a:t> </a:t>
            </a:r>
            <a:r>
              <a:rPr lang="en-US" sz="2000" dirty="0" err="1" smtClean="0"/>
              <a:t>chương</a:t>
            </a:r>
            <a:endParaRPr lang="vi-VN" sz="2000" dirty="0"/>
          </a:p>
          <a:p>
            <a:pPr marL="0" indent="0">
              <a:buNone/>
            </a:pPr>
            <a:endParaRPr lang="en-US" dirty="0"/>
          </a:p>
        </p:txBody>
      </p:sp>
      <p:sp>
        <p:nvSpPr>
          <p:cNvPr id="4" name="Slide Number Placeholder 3"/>
          <p:cNvSpPr>
            <a:spLocks noGrp="1"/>
          </p:cNvSpPr>
          <p:nvPr>
            <p:ph type="sldNum" sz="quarter" idx="4"/>
          </p:nvPr>
        </p:nvSpPr>
        <p:spPr/>
        <p:txBody>
          <a:bodyPr/>
          <a:lstStyle/>
          <a:p>
            <a:fld id="{925B38C4-721A-4685-9BEE-2F0D27C994C9}" type="slidenum">
              <a:rPr lang="en-US" altLang="vi-VN" smtClean="0"/>
              <a:pPr/>
              <a:t>9</a:t>
            </a:fld>
            <a:endParaRPr lang="en-US" altLang="vi-VN"/>
          </a:p>
        </p:txBody>
      </p:sp>
      <p:sp>
        <p:nvSpPr>
          <p:cNvPr id="6" name="Title 1"/>
          <p:cNvSpPr txBox="1">
            <a:spLocks/>
          </p:cNvSpPr>
          <p:nvPr/>
        </p:nvSpPr>
        <p:spPr bwMode="auto">
          <a:xfrm>
            <a:off x="483577" y="322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r>
              <a:rPr lang="en-US" kern="0" smtClean="0"/>
              <a:t>NỘI DUNG ĐỀ ÁN</a:t>
            </a:r>
            <a:endParaRPr lang="en-US" kern="0" dirty="0"/>
          </a:p>
        </p:txBody>
      </p:sp>
    </p:spTree>
    <p:extLst>
      <p:ext uri="{BB962C8B-B14F-4D97-AF65-F5344CB8AC3E}">
        <p14:creationId xmlns:p14="http://schemas.microsoft.com/office/powerpoint/2010/main" val="18469911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C9AD9-E31C-A446-BDC3-A0EA9609DC53}"/>
              </a:ext>
            </a:extLst>
          </p:cNvPr>
          <p:cNvSpPr>
            <a:spLocks noGrp="1"/>
          </p:cNvSpPr>
          <p:nvPr>
            <p:ph type="title"/>
          </p:nvPr>
        </p:nvSpPr>
        <p:spPr>
          <a:xfrm>
            <a:off x="457200" y="48361"/>
            <a:ext cx="8229600" cy="1143000"/>
          </a:xfrm>
        </p:spPr>
        <p:txBody>
          <a:bodyPr/>
          <a:lstStyle/>
          <a:p>
            <a:r>
              <a:rPr lang="en-US"/>
              <a:t>LỜI CẢM ƠN</a:t>
            </a:r>
          </a:p>
        </p:txBody>
      </p:sp>
      <p:sp>
        <p:nvSpPr>
          <p:cNvPr id="3" name="Content Placeholder 2">
            <a:extLst>
              <a:ext uri="{FF2B5EF4-FFF2-40B4-BE49-F238E27FC236}">
                <a16:creationId xmlns:a16="http://schemas.microsoft.com/office/drawing/2014/main" id="{0697DF63-0D36-CB16-9067-3D5873A572FC}"/>
              </a:ext>
            </a:extLst>
          </p:cNvPr>
          <p:cNvSpPr>
            <a:spLocks noGrp="1"/>
          </p:cNvSpPr>
          <p:nvPr>
            <p:ph idx="1"/>
          </p:nvPr>
        </p:nvSpPr>
        <p:spPr>
          <a:xfrm>
            <a:off x="685800" y="2895600"/>
            <a:ext cx="8229600" cy="1385249"/>
          </a:xfrm>
        </p:spPr>
        <p:txBody>
          <a:bodyPr/>
          <a:lstStyle/>
          <a:p>
            <a:pPr marL="0" indent="0" algn="ctr">
              <a:buNone/>
            </a:pPr>
            <a:r>
              <a:rPr lang="en-US" b="1"/>
              <a:t>CẢM ƠN THẦY CÔ VÀ CÁC BẠN </a:t>
            </a:r>
          </a:p>
          <a:p>
            <a:pPr marL="0" indent="0" algn="ctr">
              <a:buNone/>
            </a:pPr>
            <a:r>
              <a:rPr lang="en-US" b="1"/>
              <a:t>ĐÃ LẮNG NGHE</a:t>
            </a:r>
          </a:p>
        </p:txBody>
      </p:sp>
      <p:sp>
        <p:nvSpPr>
          <p:cNvPr id="4" name="Slide Number Placeholder 3">
            <a:extLst>
              <a:ext uri="{FF2B5EF4-FFF2-40B4-BE49-F238E27FC236}">
                <a16:creationId xmlns:a16="http://schemas.microsoft.com/office/drawing/2014/main" id="{78B153EF-2166-6D98-FF47-50BEAFA71D2D}"/>
              </a:ext>
            </a:extLst>
          </p:cNvPr>
          <p:cNvSpPr>
            <a:spLocks noGrp="1"/>
          </p:cNvSpPr>
          <p:nvPr>
            <p:ph type="sldNum" sz="quarter" idx="4"/>
          </p:nvPr>
        </p:nvSpPr>
        <p:spPr/>
        <p:txBody>
          <a:bodyPr/>
          <a:lstStyle/>
          <a:p>
            <a:fld id="{925B38C4-721A-4685-9BEE-2F0D27C994C9}" type="slidenum">
              <a:rPr lang="en-US" altLang="vi-VN" smtClean="0"/>
              <a:pPr/>
              <a:t>10</a:t>
            </a:fld>
            <a:endParaRPr lang="en-US" altLang="vi-VN"/>
          </a:p>
        </p:txBody>
      </p:sp>
    </p:spTree>
    <p:extLst>
      <p:ext uri="{BB962C8B-B14F-4D97-AF65-F5344CB8AC3E}">
        <p14:creationId xmlns:p14="http://schemas.microsoft.com/office/powerpoint/2010/main" val="2652409266"/>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1442</TotalTime>
  <Words>741</Words>
  <Application>Microsoft Office PowerPoint</Application>
  <PresentationFormat>On-screen Show (4:3)</PresentationFormat>
  <Paragraphs>77</Paragraphs>
  <Slides>10</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10</vt:i4>
      </vt:variant>
    </vt:vector>
  </HeadingPairs>
  <TitlesOfParts>
    <vt:vector size="16" baseType="lpstr">
      <vt:lpstr>Arial</vt:lpstr>
      <vt:lpstr>Calibri</vt:lpstr>
      <vt:lpstr>Tahoma</vt:lpstr>
      <vt:lpstr>Times New Roman</vt:lpstr>
      <vt:lpstr>Default Design</vt:lpstr>
      <vt:lpstr>Custom Design</vt:lpstr>
      <vt:lpstr>PowerPoint Presentation</vt:lpstr>
      <vt:lpstr>NỘI DUNG</vt:lpstr>
      <vt:lpstr>LÝ DO THỰC HIỆN </vt:lpstr>
      <vt:lpstr>MỤC TIÊU NGHIÊN CỨU</vt:lpstr>
      <vt:lpstr>PHƯƠNG PHÁP, PHẠM VI, ĐỐI TƯỢNG NGHIÊN CỨU</vt:lpstr>
      <vt:lpstr>BỐ CỤC ĐỀ ÁN</vt:lpstr>
      <vt:lpstr>NỘI DUNG ĐỀ ÁN</vt:lpstr>
      <vt:lpstr>NỘI DUNG ĐỀ ÁN</vt:lpstr>
      <vt:lpstr>PowerPoint Presentation</vt:lpstr>
      <vt:lpstr>LỜI CẢM ƠN</vt:lpstr>
    </vt:vector>
  </TitlesOfParts>
  <Company>sunpc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mau Slide</dc:title>
  <dc:creator>Nguyen Thi Hong Hue</dc:creator>
  <cp:lastModifiedBy>MaiBPN</cp:lastModifiedBy>
  <cp:revision>238</cp:revision>
  <dcterms:created xsi:type="dcterms:W3CDTF">2010-08-13T08:22:29Z</dcterms:created>
  <dcterms:modified xsi:type="dcterms:W3CDTF">2024-08-29T17:13:05Z</dcterms:modified>
</cp:coreProperties>
</file>